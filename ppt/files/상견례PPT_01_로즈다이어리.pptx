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2217ac9f-f713-bca0-5f58-7a3db3099370}">
          <p14:sldIdLst>
            <p14:sldId id="256"/>
            <p14:sldId id="257"/>
          </p14:sldIdLst>
        </p14:section>
        <p14:section name="우리를 소개합니다" id="{a97486df-268f-93db-104c-ab057877cde1}">
          <p14:sldIdLst>
            <p14:sldId id="258"/>
            <p14:sldId id="259"/>
          </p14:sldIdLst>
        </p14:section>
        <p14:section name="우리 가족" id="{62b277b7-e747-16ac-ee54-fdd7481b621d}">
          <p14:sldIdLst>
            <p14:sldId id="260"/>
            <p14:sldId id="261"/>
          </p14:sldIdLst>
        </p14:section>
        <p14:section name="우리의 이야기" id="{f0792bff-9edf-f726-9e54-f9f661d8df74}">
          <p14:sldIdLst>
            <p14:sldId id="262"/>
            <p14:sldId id="263"/>
            <p14:sldId id="264"/>
          </p14:sldIdLst>
        </p14:section>
        <p14:section name="결혼 준비" id="{cd8eb7ff-5d74-343e-c8e5-f5796f44be01}">
          <p14:sldIdLst>
            <p14:sldId id="265"/>
            <p14:sldId id="266"/>
            <p14:sldId id="267"/>
            <p14:sldId id="268"/>
          </p14:sldIdLst>
        </p14:section>
        <p14:section name="앞으로" id="{81291cdb-e968-afbe-a654-fd82493402c6}">
          <p14:sldIdLst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표지예요. 두 사람 이름, 날짜, 장소를 바꿔 주세요.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목차예요. 순서를 바꾸거나 필요 없는 장은 지워도 괜찮아요.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신랑 소개 페이지예요. 항목은 자유롭게 바꿔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신부 소개 페이지예요. 항목은 자유롭게 바꿔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신랑 측 가족을 소개하는 페이지예요. 인원이 다르면 칸을 지우거나 복사해서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신부 측 가족을 소개하는 페이지예요. 인원이 다르면 칸을 지우거나 복사해서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사람이 처음 만난 날을 소개해요.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연애하며 기억에 남는 순간 네 가지를 골라 보세요.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서로에게 결혼을 결심한 이유를 직접 써 보세요. 짧아도 충분히 진심이 전해져요.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결혼식까지의 큰 일정을 보여 주는 페이지예요. 날짜와 항목을 바꿔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준비 상황을 한눈에 보여 주는 표예요. 진행 상황 칸의 글자를 바꿔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예식장 사진과 정보를 넣는 페이지예요.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웨딩 촬영 사진이나 촬영 장소 사진을 넣어 보세요. 아직 찍지 않았다면 이 장은 지워도 괜찮아요.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사람이 함께 정한 약속을 적어 보세요.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부모님께 드리는 편지예요. 발표 마지막에 직접 읽어 드리면 좋아요.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질문을 받는 페이지예요. 필요 없으면 지워도 괜찮아요.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인사 페이지예요.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ln w="12700">
            <a:solidFill>
              <a:srgbClr val="EAD6D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8463" y="61813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진 칸"/>
          <p:cNvSpPr/>
          <p:nvPr/>
        </p:nvSpPr>
        <p:spPr>
          <a:xfrm>
            <a:off x="7543800" y="1325880"/>
            <a:ext cx="3291840" cy="4206240"/>
          </a:xfrm>
          <a:prstGeom prst="roundRect">
            <a:avLst>
              <a:gd name="adj" fmla="val 8333"/>
            </a:avLst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8961120" y="3086100"/>
            <a:ext cx="457200" cy="4572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543800" y="36164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사람 사진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074920"/>
            <a:ext cx="502920" cy="5029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005840"/>
            <a:ext cx="384048" cy="384048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100584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C47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Family Meeting</a:t>
            </a:r>
            <a:endParaRPr lang="en-US" sz="2000" dirty="0"/>
          </a:p>
        </p:txBody>
      </p:sp>
      <p:sp>
        <p:nvSpPr>
          <p:cNvPr id="9" name="Text 3"/>
          <p:cNvSpPr txBox="1"/>
          <p:nvPr/>
        </p:nvSpPr>
        <p:spPr>
          <a:xfrm>
            <a:off x="1005840" y="23774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</a:t>
            </a:r>
            <a:pPr indent="0" marL="0">
              <a:buNone/>
            </a:pPr>
            <a:r>
              <a:rPr lang="en-US" sz="4400" b="1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♥  </a:t>
            </a:r>
            <a:pPr indent="0" marL="0">
              <a:buNone/>
            </a:pPr>
            <a:r>
              <a:rPr lang="en-US" sz="44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은혜</a:t>
            </a:r>
            <a:endParaRPr lang="en-US" sz="4400" dirty="0"/>
          </a:p>
        </p:txBody>
      </p:sp>
      <p:sp>
        <p:nvSpPr>
          <p:cNvPr id="10" name="Text 4"/>
          <p:cNvSpPr txBox="1"/>
          <p:nvPr/>
        </p:nvSpPr>
        <p:spPr>
          <a:xfrm>
            <a:off x="100584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가족이 처음 만나는 날</a:t>
            </a:r>
            <a:endParaRPr lang="en-US" sz="2000" dirty="0"/>
          </a:p>
        </p:txBody>
      </p:sp>
      <p:sp>
        <p:nvSpPr>
          <p:cNvPr id="11" name="Text 5"/>
          <p:cNvSpPr txBox="1"/>
          <p:nvPr/>
        </p:nvSpPr>
        <p:spPr>
          <a:xfrm>
            <a:off x="1005840" y="4297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11월 7일 토요일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 한정식 2층 연회룸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1965960"/>
            <a:ext cx="1920240" cy="3383280"/>
          </a:xfrm>
          <a:prstGeom prst="roundRect">
            <a:avLst>
              <a:gd name="adj" fmla="val 10476"/>
            </a:avLst>
          </a:prstGeom>
          <a:solidFill>
            <a:srgbClr val="FCF4F3"/>
          </a:solidFill>
          <a:ln w="12700">
            <a:solidFill>
              <a:srgbClr val="FCF4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6012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47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3200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우리를 소개합니다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신랑 · 신부 소개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33624" y="1965960"/>
            <a:ext cx="1920240" cy="3383280"/>
          </a:xfrm>
          <a:prstGeom prst="roundRect">
            <a:avLst>
              <a:gd name="adj" fmla="val 10476"/>
            </a:avLst>
          </a:prstGeom>
          <a:solidFill>
            <a:srgbClr val="FCF4F3"/>
          </a:solidFill>
          <a:ln w="12700">
            <a:solidFill>
              <a:srgbClr val="FC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162224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47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3162224" y="3200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가족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162224" y="4069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양가 가족 소개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35728" y="1965960"/>
            <a:ext cx="1920240" cy="3383280"/>
          </a:xfrm>
          <a:prstGeom prst="roundRect">
            <a:avLst>
              <a:gd name="adj" fmla="val 10476"/>
            </a:avLst>
          </a:prstGeom>
          <a:solidFill>
            <a:srgbClr val="FCF4F3"/>
          </a:solidFill>
          <a:ln w="12700">
            <a:solidFill>
              <a:srgbClr val="FC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64328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47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5364328" y="3200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이야기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364328" y="4069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만남부터 결혼 결심까지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37831" y="1965960"/>
            <a:ext cx="1920240" cy="3383280"/>
          </a:xfrm>
          <a:prstGeom prst="roundRect">
            <a:avLst>
              <a:gd name="adj" fmla="val 10476"/>
            </a:avLst>
          </a:prstGeom>
          <a:solidFill>
            <a:srgbClr val="FCF4F3"/>
          </a:solidFill>
          <a:ln w="12700">
            <a:solidFill>
              <a:srgbClr val="FCF4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66431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47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7566431" y="3200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 준비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566431" y="4069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· 현황 · 예식장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539935" y="1965960"/>
            <a:ext cx="1920240" cy="3383280"/>
          </a:xfrm>
          <a:prstGeom prst="roundRect">
            <a:avLst>
              <a:gd name="adj" fmla="val 10476"/>
            </a:avLst>
          </a:prstGeom>
          <a:solidFill>
            <a:srgbClr val="FCF4F3"/>
          </a:solidFill>
          <a:ln w="12700">
            <a:solidFill>
              <a:srgbClr val="FCF4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768535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47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600" dirty="0"/>
          </a:p>
        </p:txBody>
      </p:sp>
      <p:sp>
        <p:nvSpPr>
          <p:cNvPr id="22" name="Text 19"/>
          <p:cNvSpPr txBox="1"/>
          <p:nvPr/>
        </p:nvSpPr>
        <p:spPr>
          <a:xfrm>
            <a:off x="9768535" y="3200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768535" y="4069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약속과 감사 인사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신랑 철수를 소개합니다</a:t>
            </a:r>
            <a:endParaRPr lang="en-US" sz="2800" dirty="0"/>
          </a:p>
        </p:txBody>
      </p:sp>
      <p:sp>
        <p:nvSpPr>
          <p:cNvPr id="4" name="사진 칸"/>
          <p:cNvSpPr/>
          <p:nvPr/>
        </p:nvSpPr>
        <p:spPr>
          <a:xfrm>
            <a:off x="914400" y="1600200"/>
            <a:ext cx="3931920" cy="4526280"/>
          </a:xfrm>
          <a:prstGeom prst="roundRect">
            <a:avLst>
              <a:gd name="adj" fmla="val 6977"/>
            </a:avLst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2651760" y="35204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14400" y="4050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신랑 사진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417320"/>
            <a:ext cx="411480" cy="41148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0" y="164592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6F86AE"/>
          </a:solidFill>
          <a:ln w="12700">
            <a:solidFill>
              <a:srgbClr val="6F86AE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486400" y="16459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GROOM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2240280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F86A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김철수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F86A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생년월일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1995. 03. 14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F86A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IT 회사 개발자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F86A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MBTI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ISTJ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F86A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차분하고 꼼꼼해요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F86A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등산, 캠핑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F86A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좋아하는 음식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된장찌개, 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신부 은혜를 소개합니다</a:t>
            </a:r>
            <a:endParaRPr lang="en-US" sz="2800" dirty="0"/>
          </a:p>
        </p:txBody>
      </p:sp>
      <p:sp>
        <p:nvSpPr>
          <p:cNvPr id="4" name="사진 칸"/>
          <p:cNvSpPr/>
          <p:nvPr/>
        </p:nvSpPr>
        <p:spPr>
          <a:xfrm>
            <a:off x="7345375" y="1600200"/>
            <a:ext cx="3931920" cy="4526280"/>
          </a:xfrm>
          <a:prstGeom prst="roundRect">
            <a:avLst>
              <a:gd name="adj" fmla="val 6977"/>
            </a:avLst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9082735" y="35204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45375" y="4050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신부 사진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1417320"/>
            <a:ext cx="411480" cy="41148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64592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47478"/>
          </a:solidFill>
          <a:ln w="12700">
            <a:solidFill>
              <a:srgbClr val="C4747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914400" y="16459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BRIDE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240280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7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이은혜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7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생년월일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1996. 08. 22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7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초등학교 교사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7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MBTI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ENFP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7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밝고 다정해요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7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베이킹, 여행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7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좋아하는 음식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파스타, 떡볶이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철수네 가족을 소개합니다</a:t>
            </a:r>
            <a:endParaRPr lang="en-US" sz="2800" dirty="0"/>
          </a:p>
        </p:txBody>
      </p:sp>
      <p:sp>
        <p:nvSpPr>
          <p:cNvPr id="4" name="사진 칸"/>
          <p:cNvSpPr/>
          <p:nvPr/>
        </p:nvSpPr>
        <p:spPr>
          <a:xfrm>
            <a:off x="1021042" y="1691640"/>
            <a:ext cx="2103120" cy="2103120"/>
          </a:xfrm>
          <a:prstGeom prst="ellipse">
            <a:avLst/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844002" y="240030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21042" y="29306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399592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F86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  </a:t>
            </a:r>
            <a:pPr algn="ctr"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김○○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443484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주말마다 산에 오르시는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든든한 아버지</a:t>
            </a:r>
            <a:endParaRPr lang="en-US" sz="1200" dirty="0"/>
          </a:p>
        </p:txBody>
      </p:sp>
      <p:sp>
        <p:nvSpPr>
          <p:cNvPr id="9" name="사진 칸"/>
          <p:cNvSpPr/>
          <p:nvPr/>
        </p:nvSpPr>
        <p:spPr>
          <a:xfrm>
            <a:off x="3703206" y="1691640"/>
            <a:ext cx="2103120" cy="2103120"/>
          </a:xfrm>
          <a:prstGeom prst="ellipse">
            <a:avLst/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4526166" y="240030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703206" y="29306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3505124" y="399592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F86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  </a:t>
            </a:r>
            <a:pPr algn="ctr"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박○○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550844" y="443484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 솜씨가 좋으신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다정한 어머니</a:t>
            </a:r>
            <a:endParaRPr lang="en-US" sz="1200" dirty="0"/>
          </a:p>
        </p:txBody>
      </p:sp>
      <p:sp>
        <p:nvSpPr>
          <p:cNvPr id="14" name="사진 칸"/>
          <p:cNvSpPr/>
          <p:nvPr/>
        </p:nvSpPr>
        <p:spPr>
          <a:xfrm>
            <a:off x="6385369" y="1691640"/>
            <a:ext cx="2103120" cy="2103120"/>
          </a:xfrm>
          <a:prstGeom prst="ellipse">
            <a:avLst/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208330" y="240030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385369" y="29306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6187288" y="399592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F86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  </a:t>
            </a:r>
            <a:pPr algn="ctr"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김○○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233008" y="443484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조카 바보,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듬직한 형</a:t>
            </a:r>
            <a:endParaRPr lang="en-US" sz="1200" dirty="0"/>
          </a:p>
        </p:txBody>
      </p:sp>
      <p:sp>
        <p:nvSpPr>
          <p:cNvPr id="19" name="사진 칸"/>
          <p:cNvSpPr/>
          <p:nvPr/>
        </p:nvSpPr>
        <p:spPr>
          <a:xfrm>
            <a:off x="9067533" y="1691640"/>
            <a:ext cx="2103120" cy="2103120"/>
          </a:xfrm>
          <a:prstGeom prst="ellipse">
            <a:avLst/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9890493" y="240030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067533" y="29306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형수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8869451" y="399592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F86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형수  </a:t>
            </a:r>
            <a:pPr algn="ctr"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최○○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915171" y="443484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먼저 챙겨 주는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고마운 형수님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은혜네 가족을 소개합니다</a:t>
            </a:r>
            <a:endParaRPr lang="en-US" sz="2800" dirty="0"/>
          </a:p>
        </p:txBody>
      </p:sp>
      <p:sp>
        <p:nvSpPr>
          <p:cNvPr id="4" name="사진 칸"/>
          <p:cNvSpPr/>
          <p:nvPr/>
        </p:nvSpPr>
        <p:spPr>
          <a:xfrm>
            <a:off x="1021042" y="1691640"/>
            <a:ext cx="2103120" cy="2103120"/>
          </a:xfrm>
          <a:prstGeom prst="ellipse">
            <a:avLst/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844002" y="240030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21042" y="29306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399592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  </a:t>
            </a:r>
            <a:pPr algn="ctr"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이○○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443484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말수는 적어도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정이 많으신 아버지</a:t>
            </a:r>
            <a:endParaRPr lang="en-US" sz="1200" dirty="0"/>
          </a:p>
        </p:txBody>
      </p:sp>
      <p:sp>
        <p:nvSpPr>
          <p:cNvPr id="9" name="사진 칸"/>
          <p:cNvSpPr/>
          <p:nvPr/>
        </p:nvSpPr>
        <p:spPr>
          <a:xfrm>
            <a:off x="3703206" y="1691640"/>
            <a:ext cx="2103120" cy="2103120"/>
          </a:xfrm>
          <a:prstGeom prst="ellipse">
            <a:avLst/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4526166" y="240030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703206" y="29306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3505124" y="399592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  </a:t>
            </a:r>
            <a:pPr algn="ctr"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정○○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550844" y="443484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웃음이 많은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집 분위기 메이커</a:t>
            </a:r>
            <a:endParaRPr lang="en-US" sz="1200" dirty="0"/>
          </a:p>
        </p:txBody>
      </p:sp>
      <p:sp>
        <p:nvSpPr>
          <p:cNvPr id="14" name="사진 칸"/>
          <p:cNvSpPr/>
          <p:nvPr/>
        </p:nvSpPr>
        <p:spPr>
          <a:xfrm>
            <a:off x="6385369" y="1691640"/>
            <a:ext cx="2103120" cy="2103120"/>
          </a:xfrm>
          <a:prstGeom prst="ellipse">
            <a:avLst/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208330" y="240030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385369" y="29306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언니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6187288" y="399592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언니  </a:t>
            </a:r>
            <a:pPr algn="ctr"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이○○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233008" y="443484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제일 친한 친구 같은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든든한 언니</a:t>
            </a:r>
            <a:endParaRPr lang="en-US" sz="1200" dirty="0"/>
          </a:p>
        </p:txBody>
      </p:sp>
      <p:sp>
        <p:nvSpPr>
          <p:cNvPr id="19" name="사진 칸"/>
          <p:cNvSpPr/>
          <p:nvPr/>
        </p:nvSpPr>
        <p:spPr>
          <a:xfrm>
            <a:off x="9067533" y="1691640"/>
            <a:ext cx="2103120" cy="2103120"/>
          </a:xfrm>
          <a:prstGeom prst="ellipse">
            <a:avLst/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9890493" y="240030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067533" y="29306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남동생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8869451" y="399592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남동생  </a:t>
            </a:r>
            <a:pPr algn="ctr"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이○○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915171" y="443484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막내지만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누구보다 듬직해요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첫 만남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47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2022. 04. 16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331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친구의 소개로 처음 만났어요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0632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성수동의 작은 카페에서 처음 만났습니다. 좋아하는 음식도, 웃는 포인트도 닮아서 세 시간이 금방 지나갔어요. 헤어지기 아쉬워 한 번 더 만나자고 한 그날이 우리의 시작이었습니다.</a:t>
            </a:r>
            <a:endParaRPr lang="en-US" sz="1500" dirty="0"/>
          </a:p>
        </p:txBody>
      </p:sp>
      <p:sp>
        <p:nvSpPr>
          <p:cNvPr id="7" name="사진 칸"/>
          <p:cNvSpPr/>
          <p:nvPr/>
        </p:nvSpPr>
        <p:spPr>
          <a:xfrm>
            <a:off x="6172200" y="1600200"/>
            <a:ext cx="2788920" cy="4434840"/>
          </a:xfrm>
          <a:prstGeom prst="roundRect">
            <a:avLst>
              <a:gd name="adj" fmla="val 9836"/>
            </a:avLst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338060" y="34747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172200" y="40050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만남 사진</a:t>
            </a:r>
            <a:endParaRPr lang="en-US" sz="1100" dirty="0"/>
          </a:p>
        </p:txBody>
      </p:sp>
      <p:sp>
        <p:nvSpPr>
          <p:cNvPr id="10" name="사진 칸"/>
          <p:cNvSpPr/>
          <p:nvPr/>
        </p:nvSpPr>
        <p:spPr>
          <a:xfrm>
            <a:off x="9189720" y="1600200"/>
            <a:ext cx="2267712" cy="2103120"/>
          </a:xfrm>
          <a:prstGeom prst="roundRect">
            <a:avLst>
              <a:gd name="adj" fmla="val 12000"/>
            </a:avLst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094976" y="2423160"/>
            <a:ext cx="457200" cy="457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189720" y="3931920"/>
            <a:ext cx="2267712" cy="2103120"/>
          </a:xfrm>
          <a:prstGeom prst="roundRect">
            <a:avLst>
              <a:gd name="adj" fmla="val 9565"/>
            </a:avLst>
          </a:prstGeom>
          <a:solidFill>
            <a:srgbClr val="FCF4F3"/>
          </a:solidFill>
          <a:ln w="12700">
            <a:solidFill>
              <a:srgbClr val="FCF4F3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372600" y="41605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“커피 한 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하실래요?”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9326880" y="5074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그날 철수가 건넨 한마디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함께한 시간들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072602" y="1901952"/>
            <a:ext cx="8046491" cy="0"/>
          </a:xfrm>
          <a:prstGeom prst="line">
            <a:avLst/>
          </a:prstGeom>
          <a:noFill/>
          <a:ln w="19050">
            <a:solidFill>
              <a:srgbClr val="EAD6D3"/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1432522" y="173736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C47478"/>
          </a:solidFill>
          <a:ln w="12700">
            <a:solidFill>
              <a:srgbClr val="C474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432522" y="17373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2022. 04</a:t>
            </a:r>
            <a:endParaRPr lang="en-US" sz="1200" dirty="0"/>
          </a:p>
        </p:txBody>
      </p:sp>
      <p:sp>
        <p:nvSpPr>
          <p:cNvPr id="7" name="사진 칸"/>
          <p:cNvSpPr/>
          <p:nvPr/>
        </p:nvSpPr>
        <p:spPr>
          <a:xfrm>
            <a:off x="883882" y="2331720"/>
            <a:ext cx="2377440" cy="2514600"/>
          </a:xfrm>
          <a:prstGeom prst="roundRect">
            <a:avLst>
              <a:gd name="adj" fmla="val 11538"/>
            </a:avLst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844002" y="32461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83882" y="3776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만남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50749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만남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548640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성수동 작은 카페에서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114686" y="173736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C47478"/>
          </a:solidFill>
          <a:ln w="12700">
            <a:solidFill>
              <a:srgbClr val="C4747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114686" y="17373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2022. 10</a:t>
            </a:r>
            <a:endParaRPr lang="en-US" sz="1200" dirty="0"/>
          </a:p>
        </p:txBody>
      </p:sp>
      <p:sp>
        <p:nvSpPr>
          <p:cNvPr id="14" name="사진 칸"/>
          <p:cNvSpPr/>
          <p:nvPr/>
        </p:nvSpPr>
        <p:spPr>
          <a:xfrm>
            <a:off x="3566046" y="2331720"/>
            <a:ext cx="2377440" cy="2514600"/>
          </a:xfrm>
          <a:prstGeom prst="roundRect">
            <a:avLst>
              <a:gd name="adj" fmla="val 11538"/>
            </a:avLst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4526166" y="32461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566046" y="3776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여행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3505124" y="50749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여행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505124" y="548640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강릉 바다를 보러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796850" y="173736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C47478"/>
          </a:solidFill>
          <a:ln w="12700">
            <a:solidFill>
              <a:srgbClr val="C47478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796850" y="17373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2024. 05</a:t>
            </a:r>
            <a:endParaRPr lang="en-US" sz="1200" dirty="0"/>
          </a:p>
        </p:txBody>
      </p:sp>
      <p:sp>
        <p:nvSpPr>
          <p:cNvPr id="21" name="사진 칸"/>
          <p:cNvSpPr/>
          <p:nvPr/>
        </p:nvSpPr>
        <p:spPr>
          <a:xfrm>
            <a:off x="6248210" y="2331720"/>
            <a:ext cx="2377440" cy="2514600"/>
          </a:xfrm>
          <a:prstGeom prst="roundRect">
            <a:avLst>
              <a:gd name="adj" fmla="val 11538"/>
            </a:avLst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208330" y="324612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248210" y="3776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함께한 2년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6187288" y="50749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함께한 2년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187288" y="548640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제주도에서 한 달 살기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9479013" y="173736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D99A6C"/>
          </a:solidFill>
          <a:ln w="12700">
            <a:solidFill>
              <a:srgbClr val="D99A6C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479013" y="17373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2026. 06</a:t>
            </a:r>
            <a:endParaRPr lang="en-US" sz="1200" dirty="0"/>
          </a:p>
        </p:txBody>
      </p:sp>
      <p:sp>
        <p:nvSpPr>
          <p:cNvPr id="28" name="사진 칸"/>
          <p:cNvSpPr/>
          <p:nvPr/>
        </p:nvSpPr>
        <p:spPr>
          <a:xfrm>
            <a:off x="8930373" y="2331720"/>
            <a:ext cx="2377440" cy="2514600"/>
          </a:xfrm>
          <a:prstGeom prst="roundRect">
            <a:avLst>
              <a:gd name="adj" fmla="val 11538"/>
            </a:avLst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9890493" y="324612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930373" y="3776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프러포즈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8869451" y="50749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프러포즈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8869451" y="548640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만난 그 카페에서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결혼을 결심한 이유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1645920"/>
            <a:ext cx="5181448" cy="4297680"/>
          </a:xfrm>
          <a:prstGeom prst="roundRect">
            <a:avLst>
              <a:gd name="adj" fmla="val 4681"/>
            </a:avLst>
          </a:prstGeom>
          <a:solidFill>
            <a:srgbClr val="FCF4F3"/>
          </a:solidFill>
          <a:ln w="12700">
            <a:solidFill>
              <a:srgbClr val="FCF4F3"/>
            </a:solidFill>
            <a:prstDash val="solid"/>
          </a:ln>
        </p:spPr>
      </p:sp>
      <p:sp>
        <p:nvSpPr>
          <p:cNvPr id="5" name="사진 칸"/>
          <p:cNvSpPr/>
          <p:nvPr/>
        </p:nvSpPr>
        <p:spPr>
          <a:xfrm>
            <a:off x="1097280" y="2011680"/>
            <a:ext cx="1371600" cy="1371600"/>
          </a:xfrm>
          <a:prstGeom prst="ellipse">
            <a:avLst/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632204" y="2546604"/>
            <a:ext cx="301752" cy="3017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97480" y="2331720"/>
            <a:ext cx="298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F86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철수가 결혼을 결심한 이유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097280" y="3520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AD6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4114800"/>
            <a:ext cx="43584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은혜와 있으면 하루의 끝이 편안해요. 힘든 날에도 웃게 해 주는 사람이라 평생 곁에서 지켜 주고 싶었습니다.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278728" y="1645920"/>
            <a:ext cx="5181448" cy="4297680"/>
          </a:xfrm>
          <a:prstGeom prst="roundRect">
            <a:avLst>
              <a:gd name="adj" fmla="val 4681"/>
            </a:avLst>
          </a:prstGeom>
          <a:solidFill>
            <a:srgbClr val="FCF4F3"/>
          </a:solidFill>
          <a:ln w="12700">
            <a:solidFill>
              <a:srgbClr val="FCF4F3"/>
            </a:solidFill>
            <a:prstDash val="solid"/>
          </a:ln>
        </p:spPr>
      </p:sp>
      <p:sp>
        <p:nvSpPr>
          <p:cNvPr id="11" name="사진 칸"/>
          <p:cNvSpPr/>
          <p:nvPr/>
        </p:nvSpPr>
        <p:spPr>
          <a:xfrm>
            <a:off x="6644488" y="2011680"/>
            <a:ext cx="1371600" cy="1371600"/>
          </a:xfrm>
          <a:prstGeom prst="ellipse">
            <a:avLst/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179412" y="2546604"/>
            <a:ext cx="301752" cy="30175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44688" y="2331720"/>
            <a:ext cx="298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은혜가 결혼을 결심한 이유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644488" y="3520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AD6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</p:txBody>
      </p:sp>
      <p:sp>
        <p:nvSpPr>
          <p:cNvPr id="15" name="Text 10"/>
          <p:cNvSpPr txBox="1"/>
          <p:nvPr/>
        </p:nvSpPr>
        <p:spPr>
          <a:xfrm>
            <a:off x="6690208" y="4114800"/>
            <a:ext cx="43584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철수는 말보다 행동으로 마음을 보여 주는 사람이에요. 작은 약속도 꼭 지키는 모습을 보며 이 사람이면 되겠다고 생각했어요.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 준비 타임라인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280160" y="3429000"/>
            <a:ext cx="9631375" cy="0"/>
          </a:xfrm>
          <a:prstGeom prst="line">
            <a:avLst/>
          </a:prstGeom>
          <a:noFill/>
          <a:ln w="38100">
            <a:solidFill>
              <a:srgbClr val="EAD6D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42416" y="3191256"/>
            <a:ext cx="475488" cy="475488"/>
          </a:xfrm>
          <a:prstGeom prst="ellipse">
            <a:avLst/>
          </a:prstGeom>
          <a:solidFill>
            <a:srgbClr val="C47478"/>
          </a:solidFill>
          <a:ln w="25400">
            <a:solidFill>
              <a:srgbClr val="C474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7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2026. 11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상견례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68691" y="319125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4747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292035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7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2026. 12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292035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예식장 계약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894966" y="319125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4747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1831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7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2027. 02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21831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웨딩 촬영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21241" y="319125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4747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44585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7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2027. 03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144585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예물 · 혼수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747516" y="319125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4747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7086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7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2027. 04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07086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신혼집 입주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673791" y="3191256"/>
            <a:ext cx="475488" cy="475488"/>
          </a:xfrm>
          <a:prstGeom prst="ellipse">
            <a:avLst/>
          </a:prstGeom>
          <a:solidFill>
            <a:srgbClr val="D99A6C"/>
          </a:solidFill>
          <a:ln w="25400">
            <a:solidFill>
              <a:srgbClr val="D99A6C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2663" y="3319272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9997135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7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2027. 05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9997135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결혼식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731520" y="2011680"/>
            <a:ext cx="1097280" cy="329184"/>
          </a:xfrm>
          <a:prstGeom prst="roundRect">
            <a:avLst>
              <a:gd name="adj" fmla="val 50000"/>
            </a:avLst>
          </a:prstGeom>
          <a:ln w="12700">
            <a:solidFill>
              <a:srgbClr val="C4747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31520" y="20116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여기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1280160" y="4709160"/>
            <a:ext cx="9631375" cy="1143000"/>
          </a:xfrm>
          <a:prstGeom prst="roundRect">
            <a:avLst>
              <a:gd name="adj" fmla="val 17600"/>
            </a:avLst>
          </a:prstGeom>
          <a:solidFill>
            <a:srgbClr val="FCF4F3"/>
          </a:solidFill>
          <a:ln w="12700">
            <a:solidFill>
              <a:srgbClr val="FCF4F3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5093208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194560" y="4846320"/>
            <a:ext cx="8351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상견례를 마치고 예식장을 알아보고 있어요. 큰 일정은 두 사람이 정리해서 양가에 미리 말씀드릴게요.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 준비 현황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691640"/>
          <a:ext cx="101800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788152"/>
                <a:gridCol w="20116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4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상황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4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예식 날짜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2027년 5월 15일 토요일 낮 12시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47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예식장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○○웨딩홀 3층 그랜드홀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47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스드메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업체 비교 중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9A6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신혼여행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이탈리아 8박 9일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747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신혼집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○○동 아파트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47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예물 · 예단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양가와 상의해 간소하게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747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상의 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예식장을 소개합니다</a:t>
            </a:r>
            <a:endParaRPr lang="en-US" sz="2800" dirty="0"/>
          </a:p>
        </p:txBody>
      </p:sp>
      <p:sp>
        <p:nvSpPr>
          <p:cNvPr id="4" name="사진 칸"/>
          <p:cNvSpPr/>
          <p:nvPr/>
        </p:nvSpPr>
        <p:spPr>
          <a:xfrm>
            <a:off x="822960" y="1600200"/>
            <a:ext cx="6309360" cy="4434840"/>
          </a:xfrm>
          <a:prstGeom prst="roundRect">
            <a:avLst>
              <a:gd name="adj" fmla="val 6186"/>
            </a:avLst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3749040" y="347472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2960" y="400507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예식장 사진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7498080" y="1645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예식장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7498080" y="19568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○○웨딩홀 3층 그랜드홀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498080" y="2514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일시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498080" y="28254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2027년 5월 15일 토요일 낮 12시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498080" y="3383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498080" y="36941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○○구 ○○로 00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4251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식사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45628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한식 코스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498080" y="5120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498080" y="54315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 지하 주차장 2시간 무료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웨딩 촬영</a:t>
            </a:r>
            <a:endParaRPr lang="en-US" sz="2800" dirty="0"/>
          </a:p>
        </p:txBody>
      </p:sp>
      <p:sp>
        <p:nvSpPr>
          <p:cNvPr id="4" name="사진 칸"/>
          <p:cNvSpPr/>
          <p:nvPr/>
        </p:nvSpPr>
        <p:spPr>
          <a:xfrm>
            <a:off x="822960" y="1600200"/>
            <a:ext cx="4846320" cy="4434840"/>
          </a:xfrm>
          <a:prstGeom prst="roundRect">
            <a:avLst>
              <a:gd name="adj" fmla="val 6186"/>
            </a:avLst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3017520" y="347472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2960" y="4005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사진</a:t>
            </a:r>
            <a:endParaRPr lang="en-US" sz="1100" dirty="0"/>
          </a:p>
        </p:txBody>
      </p:sp>
      <p:sp>
        <p:nvSpPr>
          <p:cNvPr id="7" name="사진 칸"/>
          <p:cNvSpPr/>
          <p:nvPr/>
        </p:nvSpPr>
        <p:spPr>
          <a:xfrm>
            <a:off x="5897880" y="1600200"/>
            <a:ext cx="2651760" cy="2103120"/>
          </a:xfrm>
          <a:prstGeom prst="roundRect">
            <a:avLst>
              <a:gd name="adj" fmla="val 12000"/>
            </a:avLst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6995160" y="2423160"/>
            <a:ext cx="457200" cy="457200"/>
          </a:xfrm>
          <a:prstGeom prst="rect">
            <a:avLst/>
          </a:prstGeom>
        </p:spPr>
      </p:pic>
      <p:sp>
        <p:nvSpPr>
          <p:cNvPr id="9" name="사진 칸"/>
          <p:cNvSpPr/>
          <p:nvPr/>
        </p:nvSpPr>
        <p:spPr>
          <a:xfrm>
            <a:off x="5897880" y="3931920"/>
            <a:ext cx="2651760" cy="2103120"/>
          </a:xfrm>
          <a:prstGeom prst="roundRect">
            <a:avLst>
              <a:gd name="adj" fmla="val 12000"/>
            </a:avLst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995160" y="4754880"/>
            <a:ext cx="457200" cy="457200"/>
          </a:xfrm>
          <a:prstGeom prst="rect">
            <a:avLst/>
          </a:prstGeom>
        </p:spPr>
      </p:pic>
      <p:sp>
        <p:nvSpPr>
          <p:cNvPr id="11" name="사진 칸"/>
          <p:cNvSpPr/>
          <p:nvPr/>
        </p:nvSpPr>
        <p:spPr>
          <a:xfrm>
            <a:off x="8778240" y="1600200"/>
            <a:ext cx="2590495" cy="4434840"/>
          </a:xfrm>
          <a:prstGeom prst="roundRect">
            <a:avLst>
              <a:gd name="adj" fmla="val 10589"/>
            </a:avLst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9844888" y="3474720"/>
            <a:ext cx="457200" cy="4572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778240" y="4005072"/>
            <a:ext cx="2590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 사진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이렇게 살겠습니다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1600200"/>
            <a:ext cx="5181448" cy="1965960"/>
          </a:xfrm>
          <a:prstGeom prst="roundRect">
            <a:avLst>
              <a:gd name="adj" fmla="val 10233"/>
            </a:avLst>
          </a:prstGeom>
          <a:solidFill>
            <a:srgbClr val="FCF4F3"/>
          </a:solidFill>
          <a:ln w="12700">
            <a:solidFill>
              <a:srgbClr val="FCF4F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97280" y="2011680"/>
            <a:ext cx="685800" cy="685800"/>
          </a:xfrm>
          <a:prstGeom prst="ellipse">
            <a:avLst/>
          </a:prstGeom>
          <a:solidFill>
            <a:srgbClr val="6F86AE"/>
          </a:solidFill>
          <a:ln w="12700">
            <a:solidFill>
              <a:srgbClr val="6F86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972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2057400" y="2011680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서로의 부모님을 내 부모님처럼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057400" y="2514600"/>
            <a:ext cx="353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양가 어른들께 자주 연락드리고 마음을 쓰겠습니다.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78728" y="1600200"/>
            <a:ext cx="5181448" cy="1965960"/>
          </a:xfrm>
          <a:prstGeom prst="roundRect">
            <a:avLst>
              <a:gd name="adj" fmla="val 10233"/>
            </a:avLst>
          </a:prstGeom>
          <a:solidFill>
            <a:srgbClr val="FCF4F3"/>
          </a:solidFill>
          <a:ln w="12700">
            <a:solidFill>
              <a:srgbClr val="FCF4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44488" y="2011680"/>
            <a:ext cx="685800" cy="685800"/>
          </a:xfrm>
          <a:prstGeom prst="ellipse">
            <a:avLst/>
          </a:prstGeom>
          <a:solidFill>
            <a:srgbClr val="C47478"/>
          </a:solidFill>
          <a:ln w="12700">
            <a:solidFill>
              <a:srgbClr val="C474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44488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604608" y="2011680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일도 함께 의논하기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604608" y="2514600"/>
            <a:ext cx="353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결정은 꼭 둘이 상의해서 정하겠습니다.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" y="3886200"/>
            <a:ext cx="5181448" cy="1965960"/>
          </a:xfrm>
          <a:prstGeom prst="roundRect">
            <a:avLst>
              <a:gd name="adj" fmla="val 10233"/>
            </a:avLst>
          </a:prstGeom>
          <a:solidFill>
            <a:srgbClr val="FCF4F3"/>
          </a:solidFill>
          <a:ln w="12700">
            <a:solidFill>
              <a:srgbClr val="FCF4F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97280" y="4297680"/>
            <a:ext cx="685800" cy="685800"/>
          </a:xfrm>
          <a:prstGeom prst="ellipse">
            <a:avLst/>
          </a:prstGeom>
          <a:solidFill>
            <a:srgbClr val="6F86AE"/>
          </a:solidFill>
          <a:ln w="12700">
            <a:solidFill>
              <a:srgbClr val="6F86A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7280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2057400" y="4297680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달에 한 번은 찾아뵙기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2057400" y="4800600"/>
            <a:ext cx="353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바쁘더라도 양가를 번갈아 찾아뵙겠습니다.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78728" y="3886200"/>
            <a:ext cx="5181448" cy="1965960"/>
          </a:xfrm>
          <a:prstGeom prst="roundRect">
            <a:avLst>
              <a:gd name="adj" fmla="val 10233"/>
            </a:avLst>
          </a:prstGeom>
          <a:solidFill>
            <a:srgbClr val="FCF4F3"/>
          </a:solidFill>
          <a:ln w="12700">
            <a:solidFill>
              <a:srgbClr val="FCF4F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44488" y="4297680"/>
            <a:ext cx="685800" cy="685800"/>
          </a:xfrm>
          <a:prstGeom prst="ellipse">
            <a:avLst/>
          </a:prstGeom>
          <a:solidFill>
            <a:srgbClr val="C47478"/>
          </a:solidFill>
          <a:ln w="12700">
            <a:solidFill>
              <a:srgbClr val="C4747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44488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7604608" y="4297680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웃음이 많은 집 만들기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604608" y="4800600"/>
            <a:ext cx="353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서로에게 다정한 말을 아끼지 않겠습니다.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양가 부모님께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011680" y="1600200"/>
            <a:ext cx="8168335" cy="4434840"/>
          </a:xfrm>
          <a:prstGeom prst="roundRect">
            <a:avLst>
              <a:gd name="adj" fmla="val 4536"/>
            </a:avLst>
          </a:prstGeom>
          <a:solidFill>
            <a:srgbClr val="FCF4F3"/>
          </a:solidFill>
          <a:ln w="12700">
            <a:solidFill>
              <a:srgbClr val="FCF4F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4680" y="1920240"/>
            <a:ext cx="402336" cy="40233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743200" y="2560320"/>
            <a:ext cx="670529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이렇게 두 가족이 한자리에 모일 수 있어 정말 감사합니다.</a:t>
            </a:r>
            <a:endParaRPr lang="en-US" sz="15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저희를 사랑으로 키워 주신 마음 잊지 않고,</a:t>
            </a:r>
            <a:endParaRPr lang="en-US" sz="15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아끼고 존중하며 예쁘게 살겠습니다.</a:t>
            </a:r>
            <a:endParaRPr lang="en-US" sz="15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부족한 점이 있더라도 너그러이 지켜봐 주세요.</a:t>
            </a:r>
            <a:endParaRPr lang="en-US" sz="15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건강하세요. 사랑합니다.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2743200" y="5303520"/>
            <a:ext cx="6705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 · 은혜 올림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828800" y="1554480"/>
            <a:ext cx="2011680" cy="1371600"/>
          </a:xfrm>
          <a:prstGeom prst="wedgeRoundRectCallout">
            <a:avLst>
              <a:gd name="adj" fmla="val 20000"/>
            </a:avLst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828800" y="16002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47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5400" dirty="0"/>
          </a:p>
        </p:txBody>
      </p:sp>
      <p:sp>
        <p:nvSpPr>
          <p:cNvPr id="5" name="Shape 2"/>
          <p:cNvSpPr/>
          <p:nvPr/>
        </p:nvSpPr>
        <p:spPr>
          <a:xfrm flipH="1">
            <a:off x="8412480" y="3749040"/>
            <a:ext cx="1828800" cy="1234440"/>
          </a:xfrm>
          <a:prstGeom prst="wedgeRoundRectCallout">
            <a:avLst>
              <a:gd name="adj" fmla="val 22222"/>
            </a:avLst>
          </a:prstGeom>
          <a:solidFill>
            <a:srgbClr val="F7E6E4"/>
          </a:solidFill>
          <a:ln w="12700">
            <a:solidFill>
              <a:srgbClr val="F7E6E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37947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9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31720"/>
            <a:ext cx="10728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3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0332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궁금한 점을 편하게 물어봐 주세요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737360"/>
            <a:ext cx="54864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251460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함께해 주셔서 진심으로 감사합니다.</a:t>
            </a:r>
            <a:endParaRPr lang="en-US" sz="1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8A7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잘 부탁드립니다.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48006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7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  ·  은혜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상견례 가족 소개 - 로즈 다이어리</dc:title>
  <dc:subject>PptxGenJS Presentation</dc:subject>
  <dc:creator>COSTCHECK</dc:creator>
  <cp:lastModifiedBy>COSTCHECK</cp:lastModifiedBy>
  <cp:revision>1</cp:revision>
  <dcterms:created xsi:type="dcterms:W3CDTF">2026-10-12T14:15:02Z</dcterms:created>
  <dcterms:modified xsi:type="dcterms:W3CDTF">2026-10-12T14:15:02Z</dcterms:modified>
</cp:coreProperties>
</file>