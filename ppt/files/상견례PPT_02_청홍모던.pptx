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2bc3c48-3f94-301d-54b0-e1587e01849f}">
          <p14:sldIdLst>
            <p14:sldId id="256"/>
            <p14:sldId id="257"/>
          </p14:sldIdLst>
        </p14:section>
        <p14:section name="우리를 소개합니다" id="{b5e04950-ef9f-8c84-845c-24c0024f87e7}">
          <p14:sldIdLst>
            <p14:sldId id="258"/>
          </p14:sldIdLst>
        </p14:section>
        <p14:section name="우리 가족" id="{988fcdac-e0df-4eea-a52d-344bd8cc4e11}">
          <p14:sldIdLst>
            <p14:sldId id="259"/>
            <p14:sldId id="260"/>
          </p14:sldIdLst>
        </p14:section>
        <p14:section name="우리의 이야기" id="{dd9fd986-eee9-a860-328b-d2fac70e5478}">
          <p14:sldIdLst>
            <p14:sldId id="261"/>
            <p14:sldId id="262"/>
            <p14:sldId id="263"/>
          </p14:sldIdLst>
        </p14:section>
        <p14:section name="결혼 준비" id="{8c433ff3-8196-4a1f-c8ed-612d6b9f5dd0}">
          <p14:sldIdLst>
            <p14:sldId id="264"/>
            <p14:sldId id="265"/>
            <p14:sldId id="266"/>
            <p14:sldId id="267"/>
          </p14:sldIdLst>
        </p14:section>
        <p14:section name="앞으로" id="{d4506fd1-15bb-deaf-78af-91d61de1e61a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표지예요. 두 사람 이름, 날짜, 장소를 바꿔 주세요.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목차예요. 순서를 바꾸거나 필요 없는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사람을 한 장에 소개하는 페이지예요.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신랑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신부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처음 만난 날을 소개해요.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연애하며 기억에 남는 순간 네 가지를 골라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서로에게 결혼을 결심한 이유를 직접 써 보세요. 짧아도 충분히 진심이 전해져요.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결혼식까지의 큰 일정을 보여 주는 페이지예요. 날짜와 항목을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 상황을 한눈에 보여 주는 표예요. 진행 상황 칸의 글자를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예식장 사진과 정보를 넣는 페이지예요.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웨딩 촬영 사진이나 촬영 장소 사진을 넣어 보세요. 아직 찍지 않았다면 이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함께 정한 약속을 적어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부모님께 드리는 편지예요. 발표 마지막에 직접 읽어 드리면 좋아요.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받는 페이지예요. 필요 없으면 지워도 괜찮아요.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인사 페이지예요.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67832" y="384048"/>
            <a:ext cx="109728" cy="109728"/>
          </a:xfrm>
          <a:prstGeom prst="ellipse">
            <a:avLst/>
          </a:prstGeom>
          <a:solidFill>
            <a:srgbClr val="3E6DB5"/>
          </a:solidFill>
          <a:ln>
            <a:solidFill>
              <a:srgbClr val="3E6D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14136" y="384048"/>
            <a:ext cx="109728" cy="109728"/>
          </a:xfrm>
          <a:prstGeom prst="ellipse">
            <a:avLst/>
          </a:prstGeom>
          <a:solidFill>
            <a:srgbClr val="D9667F"/>
          </a:solidFill>
          <a:ln>
            <a:solidFill>
              <a:srgbClr val="D966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1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진 칸"/>
          <p:cNvSpPr/>
          <p:nvPr/>
        </p:nvSpPr>
        <p:spPr>
          <a:xfrm>
            <a:off x="4861408" y="868680"/>
            <a:ext cx="2468880" cy="2468880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5867248" y="1760220"/>
            <a:ext cx="457200" cy="457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861408" y="22905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사진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6118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철수</a:t>
            </a:r>
            <a:pPr algn="ctr" indent="0" marL="0">
              <a:buNone/>
            </a:pPr>
            <a:r>
              <a:rPr lang="en-US" sz="3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 </a:t>
            </a:r>
            <a:pPr algn="ctr" indent="0" marL="0">
              <a:buNone/>
            </a:pPr>
            <a:r>
              <a:rPr lang="en-US" sz="36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 은혜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3891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두 사람을 소개합니다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1206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11월 7일 토요일  ·  ○○ 한정식 2층 연회룸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201168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246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우리를 소개합니다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· 신부 소개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33624" y="201168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62224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162224" y="3246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가족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62224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가족 소개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35728" y="201168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64328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364328" y="3246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이야기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64328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만남부터 결혼 결심까지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37831" y="201168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66431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7566431" y="3246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66431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현황 · 예식장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39935" y="2011680"/>
            <a:ext cx="1920240" cy="3383280"/>
          </a:xfrm>
          <a:prstGeom prst="roundRect">
            <a:avLst>
              <a:gd name="adj" fmla="val 10476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68535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9768535" y="3246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768535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약속과 감사 인사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</a:t>
            </a:r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ctr" indent="0" marL="0">
              <a:buNone/>
            </a:pPr>
            <a:r>
              <a:rPr lang="en-US" sz="28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</a:t>
            </a:r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731520" y="155448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554480" y="24688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넣어 주세요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1089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10896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김철수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310896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1995. 03. 14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1148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회사 개발자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10896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MBTI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ISTJ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34840"/>
          <a:ext cx="5074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20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D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차분하고 꼼꼼해요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D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등산, 캠핑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6D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된장찌개, 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사진 칸"/>
          <p:cNvSpPr/>
          <p:nvPr/>
        </p:nvSpPr>
        <p:spPr>
          <a:xfrm>
            <a:off x="6324448" y="155448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147408" y="24688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24448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넣어 주세요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8701888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701888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이은혜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8701888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9707728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1996. 08. 22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701888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707728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초등학교 교사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701888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MBTI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707728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ENFP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4434840"/>
          <a:ext cx="5074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20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66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밝고 다정해요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66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베이킹, 여행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66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파스타, 떡볶이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</a:t>
            </a:r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가족을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1021042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26517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21042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주말마다 산에 오르시는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아버지</a:t>
            </a:r>
            <a:endParaRPr lang="en-US" sz="1200" dirty="0"/>
          </a:p>
        </p:txBody>
      </p:sp>
      <p:sp>
        <p:nvSpPr>
          <p:cNvPr id="9" name="사진 칸"/>
          <p:cNvSpPr/>
          <p:nvPr/>
        </p:nvSpPr>
        <p:spPr>
          <a:xfrm>
            <a:off x="3703206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26517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03206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3505124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박○○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50844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 솜씨가 좋으신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다정한 어머니</a:t>
            </a:r>
            <a:endParaRPr lang="en-US" sz="1200" dirty="0"/>
          </a:p>
        </p:txBody>
      </p:sp>
      <p:sp>
        <p:nvSpPr>
          <p:cNvPr id="14" name="사진 칸"/>
          <p:cNvSpPr/>
          <p:nvPr/>
        </p:nvSpPr>
        <p:spPr>
          <a:xfrm>
            <a:off x="6385369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265176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85369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187288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33008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조카 바보,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듬직한 형</a:t>
            </a:r>
            <a:endParaRPr lang="en-US" sz="1200" dirty="0"/>
          </a:p>
        </p:txBody>
      </p:sp>
      <p:sp>
        <p:nvSpPr>
          <p:cNvPr id="19" name="사진 칸"/>
          <p:cNvSpPr/>
          <p:nvPr/>
        </p:nvSpPr>
        <p:spPr>
          <a:xfrm>
            <a:off x="9067533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26517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67533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8869451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최○○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915171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먼저 챙겨 주는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고마운 형수님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</a:t>
            </a:r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가족을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1021042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26517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21042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말수는 적어도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정이 많으신 아버지</a:t>
            </a:r>
            <a:endParaRPr lang="en-US" sz="1200" dirty="0"/>
          </a:p>
        </p:txBody>
      </p:sp>
      <p:sp>
        <p:nvSpPr>
          <p:cNvPr id="9" name="사진 칸"/>
          <p:cNvSpPr/>
          <p:nvPr/>
        </p:nvSpPr>
        <p:spPr>
          <a:xfrm>
            <a:off x="3703206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26517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03206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3505124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정○○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50844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 분위기 메이커</a:t>
            </a:r>
            <a:endParaRPr lang="en-US" sz="1200" dirty="0"/>
          </a:p>
        </p:txBody>
      </p:sp>
      <p:sp>
        <p:nvSpPr>
          <p:cNvPr id="14" name="사진 칸"/>
          <p:cNvSpPr/>
          <p:nvPr/>
        </p:nvSpPr>
        <p:spPr>
          <a:xfrm>
            <a:off x="6385369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265176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85369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187288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33008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친한 친구 같은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언니</a:t>
            </a:r>
            <a:endParaRPr lang="en-US" sz="1200" dirty="0"/>
          </a:p>
        </p:txBody>
      </p:sp>
      <p:sp>
        <p:nvSpPr>
          <p:cNvPr id="19" name="사진 칸"/>
          <p:cNvSpPr/>
          <p:nvPr/>
        </p:nvSpPr>
        <p:spPr>
          <a:xfrm>
            <a:off x="9067533" y="1737360"/>
            <a:ext cx="2103120" cy="25146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26517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67533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8869451" y="445312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  </a:t>
            </a:r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915171" y="48920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막내지만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누구보다 듬직해요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첫 만남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2022. 04. 16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친구의 소개로 처음 만났어요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성수동의 작은 카페에서 처음 만났습니다. 좋아하는 음식도, 웃는 포인트도 닮아서 세 시간이 금방 지나갔어요. 헤어지기 아쉬워 한 번 더 만나자고 한 그날이 우리의 시작이었습니다.</a:t>
            </a:r>
            <a:endParaRPr lang="en-US" sz="1500" dirty="0"/>
          </a:p>
        </p:txBody>
      </p:sp>
      <p:sp>
        <p:nvSpPr>
          <p:cNvPr id="7" name="사진 칸"/>
          <p:cNvSpPr/>
          <p:nvPr/>
        </p:nvSpPr>
        <p:spPr>
          <a:xfrm>
            <a:off x="6172200" y="1645920"/>
            <a:ext cx="2788920" cy="4434840"/>
          </a:xfrm>
          <a:prstGeom prst="roundRect">
            <a:avLst>
              <a:gd name="adj" fmla="val 983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38060" y="3520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72200" y="40507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 사진</a:t>
            </a:r>
            <a:endParaRPr lang="en-US" sz="1100" dirty="0"/>
          </a:p>
        </p:txBody>
      </p:sp>
      <p:sp>
        <p:nvSpPr>
          <p:cNvPr id="10" name="사진 칸"/>
          <p:cNvSpPr/>
          <p:nvPr/>
        </p:nvSpPr>
        <p:spPr>
          <a:xfrm>
            <a:off x="9189720" y="1645920"/>
            <a:ext cx="2267712" cy="210312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094976" y="2468880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89720" y="3977640"/>
            <a:ext cx="2267712" cy="2103120"/>
          </a:xfrm>
          <a:prstGeom prst="roundRect">
            <a:avLst>
              <a:gd name="adj" fmla="val 9565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372600" y="4206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“커피 한 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하실래요?”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326880" y="5120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 철수가 건넨 한마디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시간들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072602" y="1947672"/>
            <a:ext cx="8046491" cy="0"/>
          </a:xfrm>
          <a:prstGeom prst="line">
            <a:avLst/>
          </a:prstGeom>
          <a:noFill/>
          <a:ln w="19050">
            <a:solidFill>
              <a:srgbClr val="E1E5EC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1432522" y="1783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32522" y="1783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2022. 04</a:t>
            </a:r>
            <a:endParaRPr lang="en-US" sz="1200" dirty="0"/>
          </a:p>
        </p:txBody>
      </p:sp>
      <p:sp>
        <p:nvSpPr>
          <p:cNvPr id="7" name="사진 칸"/>
          <p:cNvSpPr/>
          <p:nvPr/>
        </p:nvSpPr>
        <p:spPr>
          <a:xfrm>
            <a:off x="883882" y="237744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32918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3882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1206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55321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 작은 카페에서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114686" y="1783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14686" y="1783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2022. 10</a:t>
            </a:r>
            <a:endParaRPr lang="en-US" sz="1200" dirty="0"/>
          </a:p>
        </p:txBody>
      </p:sp>
      <p:sp>
        <p:nvSpPr>
          <p:cNvPr id="14" name="사진 칸"/>
          <p:cNvSpPr/>
          <p:nvPr/>
        </p:nvSpPr>
        <p:spPr>
          <a:xfrm>
            <a:off x="3566046" y="237744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3291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66046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505124" y="51206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05124" y="55321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강릉 바다를 보러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96850" y="1783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96850" y="1783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2024. 05</a:t>
            </a:r>
            <a:endParaRPr lang="en-US" sz="1200" dirty="0"/>
          </a:p>
        </p:txBody>
      </p:sp>
      <p:sp>
        <p:nvSpPr>
          <p:cNvPr id="21" name="사진 칸"/>
          <p:cNvSpPr/>
          <p:nvPr/>
        </p:nvSpPr>
        <p:spPr>
          <a:xfrm>
            <a:off x="6248210" y="237744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32918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4821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187288" y="51206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187288" y="55321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제주도에서 한 달 살기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479013" y="1783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D9667F"/>
          </a:solidFill>
          <a:ln w="12700">
            <a:solidFill>
              <a:srgbClr val="D9667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479013" y="1783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200" dirty="0"/>
          </a:p>
        </p:txBody>
      </p:sp>
      <p:sp>
        <p:nvSpPr>
          <p:cNvPr id="28" name="사진 칸"/>
          <p:cNvSpPr/>
          <p:nvPr/>
        </p:nvSpPr>
        <p:spPr>
          <a:xfrm>
            <a:off x="8930373" y="2377440"/>
            <a:ext cx="2377440" cy="2514600"/>
          </a:xfrm>
          <a:prstGeom prst="roundRect">
            <a:avLst>
              <a:gd name="adj" fmla="val 115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329184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30373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8869451" y="51206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869451" y="55321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만난 그 카페에서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결혼을 결심한 이유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91640"/>
            <a:ext cx="5181448" cy="4297680"/>
          </a:xfrm>
          <a:prstGeom prst="roundRect">
            <a:avLst>
              <a:gd name="adj" fmla="val 4681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5" name="사진 칸"/>
          <p:cNvSpPr/>
          <p:nvPr/>
        </p:nvSpPr>
        <p:spPr>
          <a:xfrm>
            <a:off x="1097280" y="2057400"/>
            <a:ext cx="1371600" cy="1371600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632204" y="2592324"/>
            <a:ext cx="301752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97480" y="237744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철수가 결혼을 결심한 이유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097280" y="3566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1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416052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은혜와 있으면 하루의 끝이 편안해요. 힘든 날에도 웃게 해 주는 사람이라 평생 곁에서 지켜 주고 싶었습니다.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78728" y="1691640"/>
            <a:ext cx="5181448" cy="4297680"/>
          </a:xfrm>
          <a:prstGeom prst="roundRect">
            <a:avLst>
              <a:gd name="adj" fmla="val 4681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1" name="사진 칸"/>
          <p:cNvSpPr/>
          <p:nvPr/>
        </p:nvSpPr>
        <p:spPr>
          <a:xfrm>
            <a:off x="6644488" y="2057400"/>
            <a:ext cx="1371600" cy="1371600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179412" y="259232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44688" y="237744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6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은혜가 결혼을 결심한 이유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644488" y="3566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1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6690208" y="416052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철수는 말보다 행동으로 마음을 보여 주는 사람이에요. 작은 약속도 꼭 지키는 모습을 보며 이 사람이면 되겠다고 생각했어요.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타임라인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280160" y="3474720"/>
            <a:ext cx="9631375" cy="0"/>
          </a:xfrm>
          <a:prstGeom prst="line">
            <a:avLst/>
          </a:prstGeom>
          <a:noFill/>
          <a:ln w="38100">
            <a:solidFill>
              <a:srgbClr val="E1E5E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2416" y="3236976"/>
            <a:ext cx="475488" cy="475488"/>
          </a:xfrm>
          <a:prstGeom prst="ellipse">
            <a:avLst/>
          </a:prstGeom>
          <a:solidFill>
            <a:srgbClr val="3E6DB5"/>
          </a:solidFill>
          <a:ln w="25400">
            <a:solidFill>
              <a:srgbClr val="3E6DB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2026. 11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상견례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68691" y="323697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D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92035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2026. 12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292035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계약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94966" y="323697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D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1831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1831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21241" y="323697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D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585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44585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예물 · 혼수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47516" y="323697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DB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708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07086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신혼집 입주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673791" y="3236976"/>
            <a:ext cx="475488" cy="475488"/>
          </a:xfrm>
          <a:prstGeom prst="ellipse">
            <a:avLst/>
          </a:prstGeom>
          <a:solidFill>
            <a:srgbClr val="D9667F"/>
          </a:solidFill>
          <a:ln w="25400">
            <a:solidFill>
              <a:srgbClr val="D9667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2663" y="336499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997135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997135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결혼식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31520" y="2057400"/>
            <a:ext cx="1097280" cy="329184"/>
          </a:xfrm>
          <a:prstGeom prst="roundRect">
            <a:avLst>
              <a:gd name="adj" fmla="val 50000"/>
            </a:avLst>
          </a:prstGeom>
          <a:ln w="12700">
            <a:solidFill>
              <a:srgbClr val="3E6DB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2057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1280160" y="4754880"/>
            <a:ext cx="9631375" cy="1143000"/>
          </a:xfrm>
          <a:prstGeom prst="roundRect">
            <a:avLst>
              <a:gd name="adj" fmla="val 17600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13892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194560" y="4892040"/>
            <a:ext cx="8351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상견례를 마치고 예식장을 알아보고 있어요. 큰 일정은 두 사람이 정리해서 양가에 미리 말씀드릴게요.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현황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737360"/>
          <a:ext cx="101800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88152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D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D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 날짜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5월 15일 토요일 낮 12시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6D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○○웨딩홀 3층 그랜드홀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6D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스드메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 비교 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6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신혼여행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이탈리아 8박 9일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7C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○○동 아파트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6D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예물 · 예단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양가와 상의해 간소하게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7C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상의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예식장을 소개합니다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822960" y="1645920"/>
            <a:ext cx="6309360" cy="4434840"/>
          </a:xfrm>
          <a:prstGeom prst="roundRect">
            <a:avLst>
              <a:gd name="adj" fmla="val 61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749040" y="3520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0507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사진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498080" y="1691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498080" y="2002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○○웨딩홀 3층 그랜드홀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871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5월 15일 토요일 낮 12시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3739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○○구 ○○로 00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4297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4608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한식 코스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5166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54772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지하 주차장 2시간 무료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2800" dirty="0"/>
          </a:p>
        </p:txBody>
      </p:sp>
      <p:sp>
        <p:nvSpPr>
          <p:cNvPr id="4" name="사진 칸"/>
          <p:cNvSpPr/>
          <p:nvPr/>
        </p:nvSpPr>
        <p:spPr>
          <a:xfrm>
            <a:off x="822960" y="1645920"/>
            <a:ext cx="4846320" cy="4434840"/>
          </a:xfrm>
          <a:prstGeom prst="roundRect">
            <a:avLst>
              <a:gd name="adj" fmla="val 61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017520" y="3520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사진</a:t>
            </a:r>
            <a:endParaRPr lang="en-US" sz="1100" dirty="0"/>
          </a:p>
        </p:txBody>
      </p:sp>
      <p:sp>
        <p:nvSpPr>
          <p:cNvPr id="7" name="사진 칸"/>
          <p:cNvSpPr/>
          <p:nvPr/>
        </p:nvSpPr>
        <p:spPr>
          <a:xfrm>
            <a:off x="5897880" y="1645920"/>
            <a:ext cx="2651760" cy="210312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995160" y="2468880"/>
            <a:ext cx="457200" cy="457200"/>
          </a:xfrm>
          <a:prstGeom prst="rect">
            <a:avLst/>
          </a:prstGeom>
        </p:spPr>
      </p:pic>
      <p:sp>
        <p:nvSpPr>
          <p:cNvPr id="9" name="사진 칸"/>
          <p:cNvSpPr/>
          <p:nvPr/>
        </p:nvSpPr>
        <p:spPr>
          <a:xfrm>
            <a:off x="5897880" y="3977640"/>
            <a:ext cx="2651760" cy="210312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995160" y="4800600"/>
            <a:ext cx="457200" cy="457200"/>
          </a:xfrm>
          <a:prstGeom prst="rect">
            <a:avLst/>
          </a:prstGeom>
        </p:spPr>
      </p:pic>
      <p:sp>
        <p:nvSpPr>
          <p:cNvPr id="11" name="사진 칸"/>
          <p:cNvSpPr/>
          <p:nvPr/>
        </p:nvSpPr>
        <p:spPr>
          <a:xfrm>
            <a:off x="8778240" y="1645920"/>
            <a:ext cx="2590495" cy="4434840"/>
          </a:xfrm>
          <a:prstGeom prst="roundRect">
            <a:avLst>
              <a:gd name="adj" fmla="val 1058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44888" y="352044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778240" y="4050792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사진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이렇게 살겠습니다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4592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7280" y="2057400"/>
            <a:ext cx="685800" cy="685800"/>
          </a:xfrm>
          <a:prstGeom prst="ellipse">
            <a:avLst/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05740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부모님을 내 부모님처럼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56032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어른들께 자주 연락드리고 마음을 쓰겠습니다.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8728" y="164592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44488" y="2057400"/>
            <a:ext cx="685800" cy="685800"/>
          </a:xfrm>
          <a:prstGeom prst="ellipse">
            <a:avLst/>
          </a:prstGeom>
          <a:solidFill>
            <a:srgbClr val="D9667F"/>
          </a:solidFill>
          <a:ln w="12700">
            <a:solidFill>
              <a:srgbClr val="D966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44488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604608" y="205740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일도 함께 의논하기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04608" y="256032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결정은 꼭 둘이 상의해서 정하겠습니다.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93192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0" y="4343400"/>
            <a:ext cx="685800" cy="685800"/>
          </a:xfrm>
          <a:prstGeom prst="ellipse">
            <a:avLst/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728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434340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달에 한 번은 찾아뵙기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057400" y="484632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바쁘더라도 양가를 번갈아 찾아뵙겠습니다.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78728" y="3931920"/>
            <a:ext cx="5181448" cy="1965960"/>
          </a:xfrm>
          <a:prstGeom prst="roundRect">
            <a:avLst>
              <a:gd name="adj" fmla="val 10233"/>
            </a:avLst>
          </a:prstGeom>
          <a:solidFill>
            <a:srgbClr val="F6F7FA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44488" y="4343400"/>
            <a:ext cx="685800" cy="685800"/>
          </a:xfrm>
          <a:prstGeom prst="ellipse">
            <a:avLst/>
          </a:prstGeom>
          <a:solidFill>
            <a:srgbClr val="D9667F"/>
          </a:solidFill>
          <a:ln w="12700">
            <a:solidFill>
              <a:srgbClr val="D966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44488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604608" y="434340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 집 만들기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04608" y="484632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서로에게 다정한 말을 아끼지 않겠습니다.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부모님께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011680" y="1645920"/>
            <a:ext cx="8168335" cy="4434840"/>
          </a:xfrm>
          <a:prstGeom prst="roundRect">
            <a:avLst>
              <a:gd name="adj" fmla="val 4536"/>
            </a:avLst>
          </a:prstGeom>
          <a:solidFill>
            <a:srgbClr val="FDF3F5"/>
          </a:solidFill>
          <a:ln w="9525">
            <a:solidFill>
              <a:srgbClr val="E1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1965960"/>
            <a:ext cx="402336" cy="4023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0" y="2606040"/>
            <a:ext cx="670529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이렇게 두 가족이 한자리에 모일 수 있어 정말 감사합니다.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저희를 사랑으로 키워 주신 마음 잊지 않고,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아끼고 존중하며 예쁘게 살겠습니다.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점이 있더라도 너그러이 지켜봐 주세요.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건강하세요. 사랑합니다.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5349240"/>
            <a:ext cx="6705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· 은혜 올림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28800" y="1554480"/>
            <a:ext cx="2011680" cy="1371600"/>
          </a:xfrm>
          <a:prstGeom prst="wedgeRoundRectCallout">
            <a:avLst>
              <a:gd name="adj" fmla="val 20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828800" y="1600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 flipH="1">
            <a:off x="8412480" y="3749040"/>
            <a:ext cx="1828800" cy="1234440"/>
          </a:xfrm>
          <a:prstGeom prst="wedgeRoundRectCallout">
            <a:avLst>
              <a:gd name="adj" fmla="val 2222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6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점을 편하게 물어봐 주세요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73736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5146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함께해 주셔서 진심으로 감사합니다.</a:t>
            </a:r>
            <a:endParaRPr lang="en-US" sz="1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67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잘 부탁드립니다.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8006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6D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 ·  은혜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상견례 가족 소개 - 청홍 모던</dc:title>
  <dc:subject>PptxGenJS Presentation</dc:subject>
  <dc:creator>COSTCHECK</dc:creator>
  <cp:lastModifiedBy>COSTCHECK</cp:lastModifiedBy>
  <cp:revision>1</cp:revision>
  <dcterms:created xsi:type="dcterms:W3CDTF">2026-10-12T14:15:02Z</dcterms:created>
  <dcterms:modified xsi:type="dcterms:W3CDTF">2026-10-12T14:15:02Z</dcterms:modified>
</cp:coreProperties>
</file>