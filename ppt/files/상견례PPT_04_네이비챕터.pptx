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42d2f9d3-f582-8352-3535-3162c5d55fff}">
          <p14:sldIdLst>
            <p14:sldId id="256"/>
            <p14:sldId id="257"/>
          </p14:sldIdLst>
        </p14:section>
        <p14:section name="우리를 소개합니다" id="{8cb4b940-46ac-3c27-114d-249a1edd303e}">
          <p14:sldIdLst>
            <p14:sldId id="258"/>
            <p14:sldId id="259"/>
            <p14:sldId id="260"/>
          </p14:sldIdLst>
        </p14:section>
        <p14:section name="우리 가족" id="{d7057e5c-e3b8-359f-b401-c11441aee3ba}">
          <p14:sldIdLst>
            <p14:sldId id="261"/>
            <p14:sldId id="262"/>
            <p14:sldId id="263"/>
          </p14:sldIdLst>
        </p14:section>
        <p14:section name="우리의 이야기" id="{76cf23a6-0545-0445-641a-4bcbe11826a0}">
          <p14:sldIdLst>
            <p14:sldId id="264"/>
            <p14:sldId id="265"/>
            <p14:sldId id="266"/>
            <p14:sldId id="267"/>
          </p14:sldIdLst>
        </p14:section>
        <p14:section name="결혼 준비" id="{db7bb859-e699-4087-4060-505ef5570c53}">
          <p14:sldIdLst>
            <p14:sldId id="268"/>
            <p14:sldId id="269"/>
            <p14:sldId id="270"/>
            <p14:sldId id="271"/>
            <p14:sldId id="272"/>
          </p14:sldIdLst>
        </p14:section>
        <p14:section name="앞으로" id="{90b31d8d-d95e-8f05-2f4c-9d290110e4dc}">
          <p14:sldIdLst>
            <p14:sldId id="273"/>
            <p14:sldId id="274"/>
            <p14:sldId id="275"/>
            <p14:sldId id="276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표지예요. 두 사람 이름, 날짜, 장소를 바꿔 주세요.
사진 넣는 법: 사진 칸을 선택하고 마우스 오른쪽 → [도형 서식] → 채우기 → [그림 또는 질감 채우기] → [삽입]을 누르면 칸 모양 그대로 사진이 들어가요. 글자는 눌러서 바로 고치면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목차예요. 순서를 바꾸거나 필요 없는 장은 지워도 괜찮아요.
사진 넣는 법: 사진 칸을 선택하고 마우스 오른쪽 → [도형 서식] → 채우기 → [그림 또는 질감 채우기] → [삽입]을 누르면 칸 모양 그대로 사진이 들어가요. 글자는 눌러서 바로 고치면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장을 나누는 페이지예요. 오른쪽 칸에 그 장을 대표하는 사진을 넣어 보세요.
사진 넣는 법: 사진 칸을 선택하고 마우스 오른쪽 → [도형 서식] → 채우기 → [그림 또는 질감 채우기] → [삽입]을 누르면 칸 모양 그대로 사진이 들어가요. 글자는 눌러서 바로 고치면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신랑 소개 페이지예요. 항목은 자유롭게 바꿔 쓰세요.
사진 넣는 법: 사진 칸을 선택하고 마우스 오른쪽 → [도형 서식] → 채우기 → [그림 또는 질감 채우기] → [삽입]을 누르면 칸 모양 그대로 사진이 들어가요. 글자는 눌러서 바로 고치면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신부 소개 페이지예요. 항목은 자유롭게 바꿔 쓰세요.
사진 넣는 법: 사진 칸을 선택하고 마우스 오른쪽 → [도형 서식] → 채우기 → [그림 또는 질감 채우기] → [삽입]을 누르면 칸 모양 그대로 사진이 들어가요. 글자는 눌러서 바로 고치면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장을 나누는 페이지예요. 오른쪽 칸에 그 장을 대표하는 사진을 넣어 보세요.
사진 넣는 법: 사진 칸을 선택하고 마우스 오른쪽 → [도형 서식] → 채우기 → [그림 또는 질감 채우기] → [삽입]을 누르면 칸 모양 그대로 사진이 들어가요. 글자는 눌러서 바로 고치면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신랑 측 가족을 소개하는 페이지예요. 인원이 다르면 칸을 지우거나 복사해서 쓰세요.
사진 넣는 법: 사진 칸을 선택하고 마우스 오른쪽 → [도형 서식] → 채우기 → [그림 또는 질감 채우기] → [삽입]을 누르면 칸 모양 그대로 사진이 들어가요. 글자는 눌러서 바로 고치면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신부 측 가족을 소개하는 페이지예요. 인원이 다르면 칸을 지우거나 복사해서 쓰세요.
사진 넣는 법: 사진 칸을 선택하고 마우스 오른쪽 → [도형 서식] → 채우기 → [그림 또는 질감 채우기] → [삽입]을 누르면 칸 모양 그대로 사진이 들어가요. 글자는 눌러서 바로 고치면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장을 나누는 페이지예요. 오른쪽 칸에 그 장을 대표하는 사진을 넣어 보세요.
사진 넣는 법: 사진 칸을 선택하고 마우스 오른쪽 → [도형 서식] → 채우기 → [그림 또는 질감 채우기] → [삽입]을 누르면 칸 모양 그대로 사진이 들어가요. 글자는 눌러서 바로 고치면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사람이 처음 만난 날을 소개해요.
사진 넣는 법: 사진 칸을 선택하고 마우스 오른쪽 → [도형 서식] → 채우기 → [그림 또는 질감 채우기] → [삽입]을 누르면 칸 모양 그대로 사진이 들어가요. 글자는 눌러서 바로 고치면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연애하며 기억에 남는 순간 네 가지를 골라 보세요.
사진 넣는 법: 사진 칸을 선택하고 마우스 오른쪽 → [도형 서식] → 채우기 → [그림 또는 질감 채우기] → [삽입]을 누르면 칸 모양 그대로 사진이 들어가요. 글자는 눌러서 바로 고치면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서로에게 결혼을 결심한 이유를 직접 써 보세요. 짧아도 충분히 진심이 전해져요.
사진 넣는 법: 사진 칸을 선택하고 마우스 오른쪽 → [도형 서식] → 채우기 → [그림 또는 질감 채우기] → [삽입]을 누르면 칸 모양 그대로 사진이 들어가요. 글자는 눌러서 바로 고치면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장을 나누는 페이지예요. 오른쪽 칸에 그 장을 대표하는 사진을 넣어 보세요.
사진 넣는 법: 사진 칸을 선택하고 마우스 오른쪽 → [도형 서식] → 채우기 → [그림 또는 질감 채우기] → [삽입]을 누르면 칸 모양 그대로 사진이 들어가요. 글자는 눌러서 바로 고치면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결혼식까지의 큰 일정을 보여 주는 페이지예요. 날짜와 항목을 바꿔 쓰세요.
사진 넣는 법: 사진 칸을 선택하고 마우스 오른쪽 → [도형 서식] → 채우기 → [그림 또는 질감 채우기] → [삽입]을 누르면 칸 모양 그대로 사진이 들어가요. 글자는 눌러서 바로 고치면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준비 상황을 한눈에 보여 주는 표예요. 진행 상황 칸의 글자를 바꿔 쓰세요.
사진 넣는 법: 사진 칸을 선택하고 마우스 오른쪽 → [도형 서식] → 채우기 → [그림 또는 질감 채우기] → [삽입]을 누르면 칸 모양 그대로 사진이 들어가요. 글자는 눌러서 바로 고치면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예식장 사진과 정보를 넣는 페이지예요.
사진 넣는 법: 사진 칸을 선택하고 마우스 오른쪽 → [도형 서식] → 채우기 → [그림 또는 질감 채우기] → [삽입]을 누르면 칸 모양 그대로 사진이 들어가요. 글자는 눌러서 바로 고치면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웨딩 촬영 사진이나 촬영 장소 사진을 넣어 보세요. 아직 찍지 않았다면 이 장은 지워도 괜찮아요.
사진 넣는 법: 사진 칸을 선택하고 마우스 오른쪽 → [도형 서식] → 채우기 → [그림 또는 질감 채우기] → [삽입]을 누르면 칸 모양 그대로 사진이 들어가요. 글자는 눌러서 바로 고치면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장을 나누는 페이지예요. 오른쪽 칸에 그 장을 대표하는 사진을 넣어 보세요.
사진 넣는 법: 사진 칸을 선택하고 마우스 오른쪽 → [도형 서식] → 채우기 → [그림 또는 질감 채우기] → [삽입]을 누르면 칸 모양 그대로 사진이 들어가요. 글자는 눌러서 바로 고치면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사람이 함께 정한 약속을 적어 보세요.
사진 넣는 법: 사진 칸을 선택하고 마우스 오른쪽 → [도형 서식] → 채우기 → [그림 또는 질감 채우기] → [삽입]을 누르면 칸 모양 그대로 사진이 들어가요. 글자는 눌러서 바로 고치면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부모님께 드리는 편지예요. 발표 마지막에 직접 읽어 드리면 좋아요.
사진 넣는 법: 사진 칸을 선택하고 마우스 오른쪽 → [도형 서식] → 채우기 → [그림 또는 질감 채우기] → [삽입]을 누르면 칸 모양 그대로 사진이 들어가요. 글자는 눌러서 바로 고치면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질문을 받는 페이지예요. 필요 없으면 지워도 괜찮아요.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 인사 페이지예요.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58368"/>
            <a:ext cx="1072865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ln w="12700">
            <a:solidFill>
              <a:srgbClr val="B08D5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ln w="6350">
            <a:solidFill>
              <a:srgbClr val="B08D5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82880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spc="600" kern="0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FIRST MEETING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377440"/>
            <a:ext cx="107286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철수   ·   은혜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47472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CD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두 사람과 두 가족의 이야기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4572000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8D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11월 7일 토요일  ·  ○○ 한정식 2층 연회룸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58368"/>
            <a:ext cx="10728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31520" y="2103120"/>
            <a:ext cx="1920240" cy="3383280"/>
          </a:xfrm>
          <a:prstGeom prst="rect">
            <a:avLst/>
          </a:prstGeom>
          <a:solidFill>
            <a:srgbClr val="F6F7FA"/>
          </a:solidFill>
          <a:ln w="9525">
            <a:solidFill>
              <a:srgbClr val="DFE2E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60120" y="24231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960120" y="333756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우리를 소개합니다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42062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870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신랑 · 신부 소개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933624" y="2103120"/>
            <a:ext cx="1920240" cy="3383280"/>
          </a:xfrm>
          <a:prstGeom prst="rect">
            <a:avLst/>
          </a:prstGeom>
          <a:solidFill>
            <a:srgbClr val="F6F7FA"/>
          </a:solidFill>
          <a:ln w="9525">
            <a:solidFill>
              <a:srgbClr val="DFE2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162224" y="24231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3162224" y="333756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가족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3162224" y="42062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870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양가 가족 소개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135728" y="2103120"/>
            <a:ext cx="1920240" cy="3383280"/>
          </a:xfrm>
          <a:prstGeom prst="rect">
            <a:avLst/>
          </a:prstGeom>
          <a:solidFill>
            <a:srgbClr val="F6F7FA"/>
          </a:solidFill>
          <a:ln w="9525">
            <a:solidFill>
              <a:srgbClr val="DFE2E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364328" y="24231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600" dirty="0"/>
          </a:p>
        </p:txBody>
      </p:sp>
      <p:sp>
        <p:nvSpPr>
          <p:cNvPr id="14" name="Text 11"/>
          <p:cNvSpPr txBox="1"/>
          <p:nvPr/>
        </p:nvSpPr>
        <p:spPr>
          <a:xfrm>
            <a:off x="5364328" y="333756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우리의 이야기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5364328" y="42062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870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만남부터 결혼 결심까지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337831" y="2103120"/>
            <a:ext cx="1920240" cy="3383280"/>
          </a:xfrm>
          <a:prstGeom prst="rect">
            <a:avLst/>
          </a:prstGeom>
          <a:solidFill>
            <a:srgbClr val="F6F7FA"/>
          </a:solidFill>
          <a:ln w="9525">
            <a:solidFill>
              <a:srgbClr val="DFE2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566431" y="24231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600" dirty="0"/>
          </a:p>
        </p:txBody>
      </p:sp>
      <p:sp>
        <p:nvSpPr>
          <p:cNvPr id="18" name="Text 15"/>
          <p:cNvSpPr txBox="1"/>
          <p:nvPr/>
        </p:nvSpPr>
        <p:spPr>
          <a:xfrm>
            <a:off x="7566431" y="333756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결혼 준비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7566431" y="42062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870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· 현황 · 예식장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9539935" y="2103120"/>
            <a:ext cx="1920240" cy="3383280"/>
          </a:xfrm>
          <a:prstGeom prst="rect">
            <a:avLst/>
          </a:prstGeom>
          <a:solidFill>
            <a:srgbClr val="F6F7FA"/>
          </a:solidFill>
          <a:ln w="9525">
            <a:solidFill>
              <a:srgbClr val="DFE2E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768535" y="24231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600" dirty="0"/>
          </a:p>
        </p:txBody>
      </p:sp>
      <p:sp>
        <p:nvSpPr>
          <p:cNvPr id="22" name="Text 19"/>
          <p:cNvSpPr txBox="1"/>
          <p:nvPr/>
        </p:nvSpPr>
        <p:spPr>
          <a:xfrm>
            <a:off x="9768535" y="333756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앞으로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9768535" y="42062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870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약속과 감사 인사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914400" y="15544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6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31089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우리를 소개합니다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3931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8CD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신랑 · 신부 소개</a:t>
            </a:r>
            <a:endParaRPr lang="en-US" sz="1800" dirty="0"/>
          </a:p>
        </p:txBody>
      </p:sp>
      <p:sp>
        <p:nvSpPr>
          <p:cNvPr id="6" name="사진 칸"/>
          <p:cNvSpPr/>
          <p:nvPr/>
        </p:nvSpPr>
        <p:spPr>
          <a:xfrm>
            <a:off x="6812280" y="822960"/>
            <a:ext cx="4572000" cy="5212080"/>
          </a:xfrm>
          <a:prstGeom prst="rect">
            <a:avLst/>
          </a:prstGeom>
          <a:solidFill>
            <a:srgbClr val="2B3756"/>
          </a:solidFill>
          <a:ln w="12700">
            <a:solidFill>
              <a:srgbClr val="2B375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903720" y="914400"/>
            <a:ext cx="4389120" cy="5029200"/>
          </a:xfrm>
          <a:prstGeom prst="rect">
            <a:avLst/>
          </a:prstGeom>
          <a:ln w="9525">
            <a:solidFill>
              <a:srgbClr val="B08D57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8869680" y="3086100"/>
            <a:ext cx="457200" cy="4572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812280" y="36164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B4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 대표 사진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58368"/>
            <a:ext cx="10728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신랑 철수를 소개합니다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01</a:t>
            </a:r>
            <a:pPr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우리를 소개합니다</a:t>
            </a:r>
            <a:endParaRPr lang="en-US" sz="1200" dirty="0"/>
          </a:p>
        </p:txBody>
      </p:sp>
      <p:sp>
        <p:nvSpPr>
          <p:cNvPr id="5" name="사진 칸"/>
          <p:cNvSpPr/>
          <p:nvPr/>
        </p:nvSpPr>
        <p:spPr>
          <a:xfrm>
            <a:off x="914400" y="1737360"/>
            <a:ext cx="3931920" cy="4526280"/>
          </a:xfrm>
          <a:prstGeom prst="rect">
            <a:avLst/>
          </a:prstGeom>
          <a:solidFill>
            <a:srgbClr val="EEF0F5"/>
          </a:solidFill>
          <a:ln w="12700">
            <a:solidFill>
              <a:srgbClr val="EEF0F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05840" y="1828800"/>
            <a:ext cx="3749040" cy="4343400"/>
          </a:xfrm>
          <a:prstGeom prst="rect">
            <a:avLst/>
          </a:prstGeom>
          <a:ln w="9525">
            <a:solidFill>
              <a:srgbClr val="B08D57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2651760" y="3657600"/>
            <a:ext cx="457200" cy="4572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14400" y="41879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8D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신랑 사진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486400" y="178308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3F5A8C"/>
          </a:solidFill>
          <a:ln w="12700">
            <a:solidFill>
              <a:srgbClr val="3F5A8C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486400" y="178308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GROOM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2377440"/>
          <a:ext cx="58521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1148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F5A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김철수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F5A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생년월일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1995. 03. 14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F5A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직업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IT 회사 개발자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F5A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MBTI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ISTJ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F5A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차분하고 꼼꼼해요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F5A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등산, 캠핑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F5A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좋아하는 음식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된장찌개, 회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58368"/>
            <a:ext cx="10728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신부 은혜를 소개합니다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01</a:t>
            </a:r>
            <a:pPr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우리를 소개합니다</a:t>
            </a:r>
            <a:endParaRPr lang="en-US" sz="1200" dirty="0"/>
          </a:p>
        </p:txBody>
      </p:sp>
      <p:sp>
        <p:nvSpPr>
          <p:cNvPr id="5" name="사진 칸"/>
          <p:cNvSpPr/>
          <p:nvPr/>
        </p:nvSpPr>
        <p:spPr>
          <a:xfrm>
            <a:off x="7345375" y="1737360"/>
            <a:ext cx="3931920" cy="4526280"/>
          </a:xfrm>
          <a:prstGeom prst="rect">
            <a:avLst/>
          </a:prstGeom>
          <a:solidFill>
            <a:srgbClr val="EEF0F5"/>
          </a:solidFill>
          <a:ln w="12700">
            <a:solidFill>
              <a:srgbClr val="EEF0F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436815" y="1828800"/>
            <a:ext cx="3749040" cy="4343400"/>
          </a:xfrm>
          <a:prstGeom prst="rect">
            <a:avLst/>
          </a:prstGeom>
          <a:ln w="9525">
            <a:solidFill>
              <a:srgbClr val="B08D57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9082735" y="3657600"/>
            <a:ext cx="457200" cy="4572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345375" y="41879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8D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신부 사진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914400" y="178308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B0646A"/>
          </a:solidFill>
          <a:ln w="12700">
            <a:solidFill>
              <a:srgbClr val="B0646A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914400" y="178308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BRIDE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377440"/>
          <a:ext cx="58521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1148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0646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이은혜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0646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생년월일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1996. 08. 22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0646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직업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초등학교 교사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0646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MBTI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ENFP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0646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밝고 다정해요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0646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베이킹, 여행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0646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좋아하는 음식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파스타, 떡볶이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914400" y="15544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6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31089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가족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3931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8CD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양가 가족 소개</a:t>
            </a:r>
            <a:endParaRPr lang="en-US" sz="1800" dirty="0"/>
          </a:p>
        </p:txBody>
      </p:sp>
      <p:sp>
        <p:nvSpPr>
          <p:cNvPr id="6" name="사진 칸"/>
          <p:cNvSpPr/>
          <p:nvPr/>
        </p:nvSpPr>
        <p:spPr>
          <a:xfrm>
            <a:off x="6812280" y="822960"/>
            <a:ext cx="4572000" cy="5212080"/>
          </a:xfrm>
          <a:prstGeom prst="rect">
            <a:avLst/>
          </a:prstGeom>
          <a:solidFill>
            <a:srgbClr val="2B3756"/>
          </a:solidFill>
          <a:ln w="12700">
            <a:solidFill>
              <a:srgbClr val="2B375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903720" y="914400"/>
            <a:ext cx="4389120" cy="5029200"/>
          </a:xfrm>
          <a:prstGeom prst="rect">
            <a:avLst/>
          </a:prstGeom>
          <a:ln w="9525">
            <a:solidFill>
              <a:srgbClr val="B08D57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8869680" y="3086100"/>
            <a:ext cx="457200" cy="4572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812280" y="36164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B4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 대표 사진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58368"/>
            <a:ext cx="10728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철수네 가족을 소개합니다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02</a:t>
            </a:r>
            <a:pPr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우리 가족</a:t>
            </a:r>
            <a:endParaRPr lang="en-US" sz="1200" dirty="0"/>
          </a:p>
        </p:txBody>
      </p:sp>
      <p:sp>
        <p:nvSpPr>
          <p:cNvPr id="5" name="사진 칸"/>
          <p:cNvSpPr/>
          <p:nvPr/>
        </p:nvSpPr>
        <p:spPr>
          <a:xfrm>
            <a:off x="1021042" y="1828800"/>
            <a:ext cx="2103120" cy="2514600"/>
          </a:xfrm>
          <a:prstGeom prst="rect">
            <a:avLst/>
          </a:prstGeom>
          <a:solidFill>
            <a:srgbClr val="EEF0F5"/>
          </a:solidFill>
          <a:ln w="12700">
            <a:solidFill>
              <a:srgbClr val="EEF0F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12482" y="1920240"/>
            <a:ext cx="1920240" cy="2331720"/>
          </a:xfrm>
          <a:prstGeom prst="rect">
            <a:avLst/>
          </a:prstGeom>
          <a:ln w="9525">
            <a:solidFill>
              <a:srgbClr val="B08D57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1844002" y="2743200"/>
            <a:ext cx="457200" cy="4572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21042" y="32735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8D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아버지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4544568"/>
            <a:ext cx="249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F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아버지  </a:t>
            </a:r>
            <a:pPr algn="ctr"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김○○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4983480"/>
            <a:ext cx="24078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870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주말마다 산에 오르시는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870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든든한 아버지</a:t>
            </a:r>
            <a:endParaRPr lang="en-US" sz="1200" dirty="0"/>
          </a:p>
        </p:txBody>
      </p:sp>
      <p:sp>
        <p:nvSpPr>
          <p:cNvPr id="11" name="사진 칸"/>
          <p:cNvSpPr/>
          <p:nvPr/>
        </p:nvSpPr>
        <p:spPr>
          <a:xfrm>
            <a:off x="3703206" y="1828800"/>
            <a:ext cx="2103120" cy="2514600"/>
          </a:xfrm>
          <a:prstGeom prst="rect">
            <a:avLst/>
          </a:prstGeom>
          <a:solidFill>
            <a:srgbClr val="EEF0F5"/>
          </a:solidFill>
          <a:ln w="12700">
            <a:solidFill>
              <a:srgbClr val="EEF0F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794646" y="1920240"/>
            <a:ext cx="1920240" cy="2331720"/>
          </a:xfrm>
          <a:prstGeom prst="rect">
            <a:avLst/>
          </a:prstGeom>
          <a:ln w="9525">
            <a:solidFill>
              <a:srgbClr val="B08D57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4526166" y="274320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703206" y="32735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8D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어머니</a:t>
            </a:r>
            <a:endParaRPr lang="en-US" sz="1100" dirty="0"/>
          </a:p>
        </p:txBody>
      </p:sp>
      <p:sp>
        <p:nvSpPr>
          <p:cNvPr id="15" name="Text 10"/>
          <p:cNvSpPr txBox="1"/>
          <p:nvPr/>
        </p:nvSpPr>
        <p:spPr>
          <a:xfrm>
            <a:off x="3505124" y="4544568"/>
            <a:ext cx="249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F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어머니  </a:t>
            </a:r>
            <a:pPr algn="ctr"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박○○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3550844" y="4983480"/>
            <a:ext cx="24078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870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요리 솜씨가 좋으신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870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다정한 어머니</a:t>
            </a:r>
            <a:endParaRPr lang="en-US" sz="1200" dirty="0"/>
          </a:p>
        </p:txBody>
      </p:sp>
      <p:sp>
        <p:nvSpPr>
          <p:cNvPr id="17" name="사진 칸"/>
          <p:cNvSpPr/>
          <p:nvPr/>
        </p:nvSpPr>
        <p:spPr>
          <a:xfrm>
            <a:off x="6385369" y="1828800"/>
            <a:ext cx="2103120" cy="2514600"/>
          </a:xfrm>
          <a:prstGeom prst="rect">
            <a:avLst/>
          </a:prstGeom>
          <a:solidFill>
            <a:srgbClr val="EEF0F5"/>
          </a:solidFill>
          <a:ln w="12700">
            <a:solidFill>
              <a:srgbClr val="EEF0F5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476809" y="1920240"/>
            <a:ext cx="1920240" cy="2331720"/>
          </a:xfrm>
          <a:prstGeom prst="rect">
            <a:avLst/>
          </a:prstGeom>
          <a:ln w="9525">
            <a:solidFill>
              <a:srgbClr val="B08D57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7208330" y="2743200"/>
            <a:ext cx="457200" cy="4572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385369" y="32735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8D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</a:t>
            </a:r>
            <a:endParaRPr lang="en-US" sz="1100" dirty="0"/>
          </a:p>
        </p:txBody>
      </p:sp>
      <p:sp>
        <p:nvSpPr>
          <p:cNvPr id="21" name="Text 15"/>
          <p:cNvSpPr txBox="1"/>
          <p:nvPr/>
        </p:nvSpPr>
        <p:spPr>
          <a:xfrm>
            <a:off x="6187288" y="4544568"/>
            <a:ext cx="249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F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  </a:t>
            </a:r>
            <a:pPr algn="ctr"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김○○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6233008" y="4983480"/>
            <a:ext cx="24078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870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조카 바보,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870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듬직한 형</a:t>
            </a:r>
            <a:endParaRPr lang="en-US" sz="1200" dirty="0"/>
          </a:p>
        </p:txBody>
      </p:sp>
      <p:sp>
        <p:nvSpPr>
          <p:cNvPr id="23" name="사진 칸"/>
          <p:cNvSpPr/>
          <p:nvPr/>
        </p:nvSpPr>
        <p:spPr>
          <a:xfrm>
            <a:off x="9067533" y="1828800"/>
            <a:ext cx="2103120" cy="2514600"/>
          </a:xfrm>
          <a:prstGeom prst="rect">
            <a:avLst/>
          </a:prstGeom>
          <a:solidFill>
            <a:srgbClr val="EEF0F5"/>
          </a:solidFill>
          <a:ln w="12700">
            <a:solidFill>
              <a:srgbClr val="EEF0F5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9158973" y="1920240"/>
            <a:ext cx="1920240" cy="2331720"/>
          </a:xfrm>
          <a:prstGeom prst="rect">
            <a:avLst/>
          </a:prstGeom>
          <a:ln w="9525">
            <a:solidFill>
              <a:srgbClr val="B08D57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9890493" y="2743200"/>
            <a:ext cx="457200" cy="4572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067533" y="32735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8D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형수</a:t>
            </a:r>
            <a:endParaRPr lang="en-US" sz="1100" dirty="0"/>
          </a:p>
        </p:txBody>
      </p:sp>
      <p:sp>
        <p:nvSpPr>
          <p:cNvPr id="27" name="Text 20"/>
          <p:cNvSpPr txBox="1"/>
          <p:nvPr/>
        </p:nvSpPr>
        <p:spPr>
          <a:xfrm>
            <a:off x="8869451" y="4544568"/>
            <a:ext cx="249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F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형수  </a:t>
            </a:r>
            <a:pPr algn="ctr"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최○○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8915171" y="4983480"/>
            <a:ext cx="24078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870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늘 먼저 챙겨 주는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870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고마운 형수님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58368"/>
            <a:ext cx="10728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은혜네 가족을 소개합니다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02</a:t>
            </a:r>
            <a:pPr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우리 가족</a:t>
            </a:r>
            <a:endParaRPr lang="en-US" sz="1200" dirty="0"/>
          </a:p>
        </p:txBody>
      </p:sp>
      <p:sp>
        <p:nvSpPr>
          <p:cNvPr id="5" name="사진 칸"/>
          <p:cNvSpPr/>
          <p:nvPr/>
        </p:nvSpPr>
        <p:spPr>
          <a:xfrm>
            <a:off x="1021042" y="1828800"/>
            <a:ext cx="2103120" cy="2514600"/>
          </a:xfrm>
          <a:prstGeom prst="rect">
            <a:avLst/>
          </a:prstGeom>
          <a:solidFill>
            <a:srgbClr val="EEF0F5"/>
          </a:solidFill>
          <a:ln w="12700">
            <a:solidFill>
              <a:srgbClr val="EEF0F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12482" y="1920240"/>
            <a:ext cx="1920240" cy="2331720"/>
          </a:xfrm>
          <a:prstGeom prst="rect">
            <a:avLst/>
          </a:prstGeom>
          <a:ln w="9525">
            <a:solidFill>
              <a:srgbClr val="B08D57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1844002" y="2743200"/>
            <a:ext cx="457200" cy="4572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21042" y="32735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8D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아버지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4544568"/>
            <a:ext cx="249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064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아버지  </a:t>
            </a:r>
            <a:pPr algn="ctr"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이○○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4983480"/>
            <a:ext cx="24078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870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말수는 적어도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870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정이 많으신 아버지</a:t>
            </a:r>
            <a:endParaRPr lang="en-US" sz="1200" dirty="0"/>
          </a:p>
        </p:txBody>
      </p:sp>
      <p:sp>
        <p:nvSpPr>
          <p:cNvPr id="11" name="사진 칸"/>
          <p:cNvSpPr/>
          <p:nvPr/>
        </p:nvSpPr>
        <p:spPr>
          <a:xfrm>
            <a:off x="3703206" y="1828800"/>
            <a:ext cx="2103120" cy="2514600"/>
          </a:xfrm>
          <a:prstGeom prst="rect">
            <a:avLst/>
          </a:prstGeom>
          <a:solidFill>
            <a:srgbClr val="EEF0F5"/>
          </a:solidFill>
          <a:ln w="12700">
            <a:solidFill>
              <a:srgbClr val="EEF0F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794646" y="1920240"/>
            <a:ext cx="1920240" cy="2331720"/>
          </a:xfrm>
          <a:prstGeom prst="rect">
            <a:avLst/>
          </a:prstGeom>
          <a:ln w="9525">
            <a:solidFill>
              <a:srgbClr val="B08D57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4526166" y="274320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703206" y="32735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8D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어머니</a:t>
            </a:r>
            <a:endParaRPr lang="en-US" sz="1100" dirty="0"/>
          </a:p>
        </p:txBody>
      </p:sp>
      <p:sp>
        <p:nvSpPr>
          <p:cNvPr id="15" name="Text 10"/>
          <p:cNvSpPr txBox="1"/>
          <p:nvPr/>
        </p:nvSpPr>
        <p:spPr>
          <a:xfrm>
            <a:off x="3505124" y="4544568"/>
            <a:ext cx="249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064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어머니  </a:t>
            </a:r>
            <a:pPr algn="ctr"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정○○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3550844" y="4983480"/>
            <a:ext cx="24078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870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웃음이 많은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870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집 분위기 메이커</a:t>
            </a:r>
            <a:endParaRPr lang="en-US" sz="1200" dirty="0"/>
          </a:p>
        </p:txBody>
      </p:sp>
      <p:sp>
        <p:nvSpPr>
          <p:cNvPr id="17" name="사진 칸"/>
          <p:cNvSpPr/>
          <p:nvPr/>
        </p:nvSpPr>
        <p:spPr>
          <a:xfrm>
            <a:off x="6385369" y="1828800"/>
            <a:ext cx="2103120" cy="2514600"/>
          </a:xfrm>
          <a:prstGeom prst="rect">
            <a:avLst/>
          </a:prstGeom>
          <a:solidFill>
            <a:srgbClr val="EEF0F5"/>
          </a:solidFill>
          <a:ln w="12700">
            <a:solidFill>
              <a:srgbClr val="EEF0F5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476809" y="1920240"/>
            <a:ext cx="1920240" cy="2331720"/>
          </a:xfrm>
          <a:prstGeom prst="rect">
            <a:avLst/>
          </a:prstGeom>
          <a:ln w="9525">
            <a:solidFill>
              <a:srgbClr val="B08D57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7208330" y="2743200"/>
            <a:ext cx="457200" cy="4572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385369" y="32735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8D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언니</a:t>
            </a:r>
            <a:endParaRPr lang="en-US" sz="1100" dirty="0"/>
          </a:p>
        </p:txBody>
      </p:sp>
      <p:sp>
        <p:nvSpPr>
          <p:cNvPr id="21" name="Text 15"/>
          <p:cNvSpPr txBox="1"/>
          <p:nvPr/>
        </p:nvSpPr>
        <p:spPr>
          <a:xfrm>
            <a:off x="6187288" y="4544568"/>
            <a:ext cx="249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064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언니  </a:t>
            </a:r>
            <a:pPr algn="ctr"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이○○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6233008" y="4983480"/>
            <a:ext cx="24078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870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제일 친한 친구 같은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870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든든한 언니</a:t>
            </a:r>
            <a:endParaRPr lang="en-US" sz="1200" dirty="0"/>
          </a:p>
        </p:txBody>
      </p:sp>
      <p:sp>
        <p:nvSpPr>
          <p:cNvPr id="23" name="사진 칸"/>
          <p:cNvSpPr/>
          <p:nvPr/>
        </p:nvSpPr>
        <p:spPr>
          <a:xfrm>
            <a:off x="9067533" y="1828800"/>
            <a:ext cx="2103120" cy="2514600"/>
          </a:xfrm>
          <a:prstGeom prst="rect">
            <a:avLst/>
          </a:prstGeom>
          <a:solidFill>
            <a:srgbClr val="EEF0F5"/>
          </a:solidFill>
          <a:ln w="12700">
            <a:solidFill>
              <a:srgbClr val="EEF0F5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9158973" y="1920240"/>
            <a:ext cx="1920240" cy="2331720"/>
          </a:xfrm>
          <a:prstGeom prst="rect">
            <a:avLst/>
          </a:prstGeom>
          <a:ln w="9525">
            <a:solidFill>
              <a:srgbClr val="B08D57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9890493" y="2743200"/>
            <a:ext cx="457200" cy="4572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067533" y="32735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8D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남동생</a:t>
            </a:r>
            <a:endParaRPr lang="en-US" sz="1100" dirty="0"/>
          </a:p>
        </p:txBody>
      </p:sp>
      <p:sp>
        <p:nvSpPr>
          <p:cNvPr id="27" name="Text 20"/>
          <p:cNvSpPr txBox="1"/>
          <p:nvPr/>
        </p:nvSpPr>
        <p:spPr>
          <a:xfrm>
            <a:off x="8869451" y="4544568"/>
            <a:ext cx="249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064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남동생  </a:t>
            </a:r>
            <a:pPr algn="ctr"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이○○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8915171" y="4983480"/>
            <a:ext cx="24078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870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막내지만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870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누구보다 듬직해요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914400" y="15544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6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31089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우리의 이야기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3931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8CD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만남부터 결혼 결심까지</a:t>
            </a:r>
            <a:endParaRPr lang="en-US" sz="1800" dirty="0"/>
          </a:p>
        </p:txBody>
      </p:sp>
      <p:sp>
        <p:nvSpPr>
          <p:cNvPr id="6" name="사진 칸"/>
          <p:cNvSpPr/>
          <p:nvPr/>
        </p:nvSpPr>
        <p:spPr>
          <a:xfrm>
            <a:off x="6812280" y="822960"/>
            <a:ext cx="4572000" cy="5212080"/>
          </a:xfrm>
          <a:prstGeom prst="rect">
            <a:avLst/>
          </a:prstGeom>
          <a:solidFill>
            <a:srgbClr val="2B3756"/>
          </a:solidFill>
          <a:ln w="12700">
            <a:solidFill>
              <a:srgbClr val="2B375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903720" y="914400"/>
            <a:ext cx="4389120" cy="5029200"/>
          </a:xfrm>
          <a:prstGeom prst="rect">
            <a:avLst/>
          </a:prstGeom>
          <a:ln w="9525">
            <a:solidFill>
              <a:srgbClr val="B08D57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8869680" y="3086100"/>
            <a:ext cx="457200" cy="4572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812280" y="36164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B4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 대표 사진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58368"/>
            <a:ext cx="10728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우리의 첫 만남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03</a:t>
            </a:r>
            <a:pPr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우리의 이야기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9202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2022. 04. 16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4688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친구의 소개로 처음 만났어요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20040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6870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성수동의 작은 카페에서 처음 만났습니다. 좋아하는 음식도, 웃는 포인트도 닮아서 세 시간이 금방 지나갔어요. 헤어지기 아쉬워 한 번 더 만나자고 한 그날이 우리의 시작이었습니다.</a:t>
            </a:r>
            <a:endParaRPr lang="en-US" sz="1500" dirty="0"/>
          </a:p>
        </p:txBody>
      </p:sp>
      <p:sp>
        <p:nvSpPr>
          <p:cNvPr id="8" name="사진 칸"/>
          <p:cNvSpPr/>
          <p:nvPr/>
        </p:nvSpPr>
        <p:spPr>
          <a:xfrm>
            <a:off x="6172200" y="1737360"/>
            <a:ext cx="2788920" cy="4434840"/>
          </a:xfrm>
          <a:prstGeom prst="rect">
            <a:avLst/>
          </a:prstGeom>
          <a:solidFill>
            <a:srgbClr val="EEF0F5"/>
          </a:solidFill>
          <a:ln w="12700">
            <a:solidFill>
              <a:srgbClr val="EEF0F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63640" y="1828800"/>
            <a:ext cx="2606040" cy="4251960"/>
          </a:xfrm>
          <a:prstGeom prst="rect">
            <a:avLst/>
          </a:prstGeom>
          <a:ln w="9525">
            <a:solidFill>
              <a:srgbClr val="B08D57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7338060" y="361188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172200" y="414223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8D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만남 사진</a:t>
            </a:r>
            <a:endParaRPr lang="en-US" sz="1100" dirty="0"/>
          </a:p>
        </p:txBody>
      </p:sp>
      <p:sp>
        <p:nvSpPr>
          <p:cNvPr id="12" name="사진 칸"/>
          <p:cNvSpPr/>
          <p:nvPr/>
        </p:nvSpPr>
        <p:spPr>
          <a:xfrm>
            <a:off x="9189720" y="1737360"/>
            <a:ext cx="2267712" cy="2103120"/>
          </a:xfrm>
          <a:prstGeom prst="rect">
            <a:avLst/>
          </a:prstGeom>
          <a:solidFill>
            <a:srgbClr val="EEF0F5"/>
          </a:solidFill>
          <a:ln w="12700">
            <a:solidFill>
              <a:srgbClr val="EEF0F5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9281160" y="1828800"/>
            <a:ext cx="2084832" cy="1920240"/>
          </a:xfrm>
          <a:prstGeom prst="rect">
            <a:avLst/>
          </a:prstGeom>
          <a:ln w="9525">
            <a:solidFill>
              <a:srgbClr val="B08D57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10094976" y="2560320"/>
            <a:ext cx="457200" cy="45720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9189720" y="4069080"/>
            <a:ext cx="2267712" cy="2103120"/>
          </a:xfrm>
          <a:prstGeom prst="rect">
            <a:avLst/>
          </a:prstGeom>
          <a:solidFill>
            <a:srgbClr val="F6F7FA"/>
          </a:solidFill>
          <a:ln w="9525">
            <a:solidFill>
              <a:srgbClr val="DFE2EA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9372600" y="429768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08D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“커피 한 잔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B08D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하실래요?”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9326880" y="5212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870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그날 철수가 건넨 한마디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58368"/>
            <a:ext cx="10728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함께한 시간들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03</a:t>
            </a:r>
            <a:pPr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우리의 이야기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2072602" y="2039112"/>
            <a:ext cx="8046491" cy="0"/>
          </a:xfrm>
          <a:prstGeom prst="line">
            <a:avLst/>
          </a:prstGeom>
          <a:noFill/>
          <a:ln w="19050">
            <a:solidFill>
              <a:srgbClr val="DFE2EA"/>
            </a:solidFill>
            <a:prstDash val="dash"/>
          </a:ln>
        </p:spPr>
      </p:sp>
      <p:sp>
        <p:nvSpPr>
          <p:cNvPr id="6" name="Shape 3"/>
          <p:cNvSpPr/>
          <p:nvPr/>
        </p:nvSpPr>
        <p:spPr>
          <a:xfrm>
            <a:off x="1432522" y="1874520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B08D57"/>
          </a:solidFill>
          <a:ln w="12700">
            <a:solidFill>
              <a:srgbClr val="B08D5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432522" y="187452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2022. 04</a:t>
            </a:r>
            <a:endParaRPr lang="en-US" sz="1200" dirty="0"/>
          </a:p>
        </p:txBody>
      </p:sp>
      <p:sp>
        <p:nvSpPr>
          <p:cNvPr id="8" name="사진 칸"/>
          <p:cNvSpPr/>
          <p:nvPr/>
        </p:nvSpPr>
        <p:spPr>
          <a:xfrm>
            <a:off x="883882" y="2468880"/>
            <a:ext cx="2377440" cy="2514600"/>
          </a:xfrm>
          <a:prstGeom prst="rect">
            <a:avLst/>
          </a:prstGeom>
          <a:solidFill>
            <a:srgbClr val="EEF0F5"/>
          </a:solidFill>
          <a:ln w="12700">
            <a:solidFill>
              <a:srgbClr val="EEF0F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75322" y="2560320"/>
            <a:ext cx="2194560" cy="2331720"/>
          </a:xfrm>
          <a:prstGeom prst="rect">
            <a:avLst/>
          </a:prstGeom>
          <a:ln w="9525">
            <a:solidFill>
              <a:srgbClr val="B08D57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1844002" y="338328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83882" y="3913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8D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만남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5212080"/>
            <a:ext cx="249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만남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5623560"/>
            <a:ext cx="249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870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성수동 작은 카페에서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114686" y="1874520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B08D57"/>
          </a:solidFill>
          <a:ln w="12700">
            <a:solidFill>
              <a:srgbClr val="B08D57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114686" y="187452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2022. 10</a:t>
            </a:r>
            <a:endParaRPr lang="en-US" sz="1200" dirty="0"/>
          </a:p>
        </p:txBody>
      </p:sp>
      <p:sp>
        <p:nvSpPr>
          <p:cNvPr id="16" name="사진 칸"/>
          <p:cNvSpPr/>
          <p:nvPr/>
        </p:nvSpPr>
        <p:spPr>
          <a:xfrm>
            <a:off x="3566046" y="2468880"/>
            <a:ext cx="2377440" cy="2514600"/>
          </a:xfrm>
          <a:prstGeom prst="rect">
            <a:avLst/>
          </a:prstGeom>
          <a:solidFill>
            <a:srgbClr val="EEF0F5"/>
          </a:solidFill>
          <a:ln w="12700">
            <a:solidFill>
              <a:srgbClr val="EEF0F5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657486" y="2560320"/>
            <a:ext cx="2194560" cy="2331720"/>
          </a:xfrm>
          <a:prstGeom prst="rect">
            <a:avLst/>
          </a:prstGeom>
          <a:ln w="9525">
            <a:solidFill>
              <a:srgbClr val="B08D57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4526166" y="338328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3566046" y="3913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8D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여행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3505124" y="5212080"/>
            <a:ext cx="249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여행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3505124" y="5623560"/>
            <a:ext cx="249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870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강릉 바다를 보러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6796850" y="1874520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B08D57"/>
          </a:solidFill>
          <a:ln w="12700">
            <a:solidFill>
              <a:srgbClr val="B08D57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6796850" y="187452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2024. 05</a:t>
            </a:r>
            <a:endParaRPr lang="en-US" sz="1200" dirty="0"/>
          </a:p>
        </p:txBody>
      </p:sp>
      <p:sp>
        <p:nvSpPr>
          <p:cNvPr id="24" name="사진 칸"/>
          <p:cNvSpPr/>
          <p:nvPr/>
        </p:nvSpPr>
        <p:spPr>
          <a:xfrm>
            <a:off x="6248210" y="2468880"/>
            <a:ext cx="2377440" cy="2514600"/>
          </a:xfrm>
          <a:prstGeom prst="rect">
            <a:avLst/>
          </a:prstGeom>
          <a:solidFill>
            <a:srgbClr val="EEF0F5"/>
          </a:solidFill>
          <a:ln w="12700">
            <a:solidFill>
              <a:srgbClr val="EEF0F5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339650" y="2560320"/>
            <a:ext cx="2194560" cy="2331720"/>
          </a:xfrm>
          <a:prstGeom prst="rect">
            <a:avLst/>
          </a:prstGeom>
          <a:ln w="9525">
            <a:solidFill>
              <a:srgbClr val="B08D57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7208330" y="3383280"/>
            <a:ext cx="457200" cy="4572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6248210" y="3913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8D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함께한 2년</a:t>
            </a:r>
            <a:endParaRPr lang="en-US" sz="1100" dirty="0"/>
          </a:p>
        </p:txBody>
      </p:sp>
      <p:sp>
        <p:nvSpPr>
          <p:cNvPr id="28" name="Text 22"/>
          <p:cNvSpPr txBox="1"/>
          <p:nvPr/>
        </p:nvSpPr>
        <p:spPr>
          <a:xfrm>
            <a:off x="6187288" y="5212080"/>
            <a:ext cx="249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함께한 2년</a:t>
            </a:r>
            <a:endParaRPr lang="en-US" sz="1600" dirty="0"/>
          </a:p>
        </p:txBody>
      </p:sp>
      <p:sp>
        <p:nvSpPr>
          <p:cNvPr id="29" name="Text 23"/>
          <p:cNvSpPr txBox="1"/>
          <p:nvPr/>
        </p:nvSpPr>
        <p:spPr>
          <a:xfrm>
            <a:off x="6187288" y="5623560"/>
            <a:ext cx="249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870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제주도에서 한 달 살기</a:t>
            </a:r>
            <a:endParaRPr lang="en-US" sz="1300" dirty="0"/>
          </a:p>
        </p:txBody>
      </p:sp>
      <p:sp>
        <p:nvSpPr>
          <p:cNvPr id="30" name="Shape 24"/>
          <p:cNvSpPr/>
          <p:nvPr/>
        </p:nvSpPr>
        <p:spPr>
          <a:xfrm>
            <a:off x="9479013" y="1874520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B08D57"/>
          </a:solidFill>
          <a:ln w="12700">
            <a:solidFill>
              <a:srgbClr val="B08D57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9479013" y="187452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2026. 06</a:t>
            </a:r>
            <a:endParaRPr lang="en-US" sz="1200" dirty="0"/>
          </a:p>
        </p:txBody>
      </p:sp>
      <p:sp>
        <p:nvSpPr>
          <p:cNvPr id="32" name="사진 칸"/>
          <p:cNvSpPr/>
          <p:nvPr/>
        </p:nvSpPr>
        <p:spPr>
          <a:xfrm>
            <a:off x="8930373" y="2468880"/>
            <a:ext cx="2377440" cy="2514600"/>
          </a:xfrm>
          <a:prstGeom prst="rect">
            <a:avLst/>
          </a:prstGeom>
          <a:solidFill>
            <a:srgbClr val="EEF0F5"/>
          </a:solidFill>
          <a:ln w="12700">
            <a:solidFill>
              <a:srgbClr val="EEF0F5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9021813" y="2560320"/>
            <a:ext cx="2194560" cy="2331720"/>
          </a:xfrm>
          <a:prstGeom prst="rect">
            <a:avLst/>
          </a:prstGeom>
          <a:ln w="9525">
            <a:solidFill>
              <a:srgbClr val="B08D57"/>
            </a:solidFill>
            <a:prstDash val="solid"/>
          </a:ln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9890493" y="3383280"/>
            <a:ext cx="457200" cy="457200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8930373" y="3913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8D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프러포즈</a:t>
            </a:r>
            <a:endParaRPr lang="en-US" sz="1100" dirty="0"/>
          </a:p>
        </p:txBody>
      </p:sp>
      <p:sp>
        <p:nvSpPr>
          <p:cNvPr id="36" name="Text 29"/>
          <p:cNvSpPr txBox="1"/>
          <p:nvPr/>
        </p:nvSpPr>
        <p:spPr>
          <a:xfrm>
            <a:off x="8869451" y="5212080"/>
            <a:ext cx="249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프러포즈</a:t>
            </a:r>
            <a:endParaRPr lang="en-US" sz="1600" dirty="0"/>
          </a:p>
        </p:txBody>
      </p:sp>
      <p:sp>
        <p:nvSpPr>
          <p:cNvPr id="37" name="Text 30"/>
          <p:cNvSpPr txBox="1"/>
          <p:nvPr/>
        </p:nvSpPr>
        <p:spPr>
          <a:xfrm>
            <a:off x="8869451" y="5623560"/>
            <a:ext cx="2499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870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 만난 그 카페에서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58368"/>
            <a:ext cx="10728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결혼을 결심한 이유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03</a:t>
            </a:r>
            <a:pPr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우리의 이야기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731520" y="1783080"/>
            <a:ext cx="5181448" cy="4297680"/>
          </a:xfrm>
          <a:prstGeom prst="rect">
            <a:avLst/>
          </a:prstGeom>
          <a:solidFill>
            <a:srgbClr val="F6F7FA"/>
          </a:solidFill>
          <a:ln w="9525">
            <a:solidFill>
              <a:srgbClr val="DFE2EA"/>
            </a:solidFill>
            <a:prstDash val="solid"/>
          </a:ln>
        </p:spPr>
      </p:sp>
      <p:sp>
        <p:nvSpPr>
          <p:cNvPr id="6" name="사진 칸"/>
          <p:cNvSpPr/>
          <p:nvPr/>
        </p:nvSpPr>
        <p:spPr>
          <a:xfrm>
            <a:off x="1097280" y="2148840"/>
            <a:ext cx="1371600" cy="1371600"/>
          </a:xfrm>
          <a:prstGeom prst="ellipse">
            <a:avLst/>
          </a:prstGeom>
          <a:solidFill>
            <a:srgbClr val="EEF0F5"/>
          </a:solidFill>
          <a:ln w="12700">
            <a:solidFill>
              <a:srgbClr val="EEF0F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1632204" y="2683764"/>
            <a:ext cx="301752" cy="30175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697480" y="2468880"/>
            <a:ext cx="2986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F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철수가 결혼을 결심한 이유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1097280" y="36576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DFE2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5400" dirty="0"/>
          </a:p>
        </p:txBody>
      </p:sp>
      <p:sp>
        <p:nvSpPr>
          <p:cNvPr id="10" name="Text 6"/>
          <p:cNvSpPr txBox="1"/>
          <p:nvPr/>
        </p:nvSpPr>
        <p:spPr>
          <a:xfrm>
            <a:off x="1143000" y="4251960"/>
            <a:ext cx="43584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은혜와 있으면 하루의 끝이 편안해요. 힘든 날에도 웃게 해 주는 사람이라 평생 곁에서 지켜 주고 싶었습니다.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278728" y="1783080"/>
            <a:ext cx="5181448" cy="4297680"/>
          </a:xfrm>
          <a:prstGeom prst="rect">
            <a:avLst/>
          </a:prstGeom>
          <a:solidFill>
            <a:srgbClr val="F6F7FA"/>
          </a:solidFill>
          <a:ln w="9525">
            <a:solidFill>
              <a:srgbClr val="DFE2EA"/>
            </a:solidFill>
            <a:prstDash val="solid"/>
          </a:ln>
        </p:spPr>
      </p:sp>
      <p:sp>
        <p:nvSpPr>
          <p:cNvPr id="12" name="사진 칸"/>
          <p:cNvSpPr/>
          <p:nvPr/>
        </p:nvSpPr>
        <p:spPr>
          <a:xfrm>
            <a:off x="6644488" y="2148840"/>
            <a:ext cx="1371600" cy="1371600"/>
          </a:xfrm>
          <a:prstGeom prst="ellipse">
            <a:avLst/>
          </a:prstGeom>
          <a:solidFill>
            <a:srgbClr val="EEF0F5"/>
          </a:solidFill>
          <a:ln w="12700">
            <a:solidFill>
              <a:srgbClr val="EEF0F5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7179412" y="2683764"/>
            <a:ext cx="301752" cy="30175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244688" y="2468880"/>
            <a:ext cx="2986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064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은혜가 결혼을 결심한 이유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6644488" y="36576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DFE2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5400" dirty="0"/>
          </a:p>
        </p:txBody>
      </p:sp>
      <p:sp>
        <p:nvSpPr>
          <p:cNvPr id="16" name="Text 11"/>
          <p:cNvSpPr txBox="1"/>
          <p:nvPr/>
        </p:nvSpPr>
        <p:spPr>
          <a:xfrm>
            <a:off x="6690208" y="4251960"/>
            <a:ext cx="43584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철수는 말보다 행동으로 마음을 보여 주는 사람이에요. 작은 약속도 꼭 지키는 모습을 보며 이 사람이면 되겠다고 생각했어요.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914400" y="15544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96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31089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결혼 준비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3931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8CD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· 현황 · 예식장</a:t>
            </a:r>
            <a:endParaRPr lang="en-US" sz="1800" dirty="0"/>
          </a:p>
        </p:txBody>
      </p:sp>
      <p:sp>
        <p:nvSpPr>
          <p:cNvPr id="6" name="사진 칸"/>
          <p:cNvSpPr/>
          <p:nvPr/>
        </p:nvSpPr>
        <p:spPr>
          <a:xfrm>
            <a:off x="6812280" y="822960"/>
            <a:ext cx="4572000" cy="5212080"/>
          </a:xfrm>
          <a:prstGeom prst="rect">
            <a:avLst/>
          </a:prstGeom>
          <a:solidFill>
            <a:srgbClr val="2B3756"/>
          </a:solidFill>
          <a:ln w="12700">
            <a:solidFill>
              <a:srgbClr val="2B375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903720" y="914400"/>
            <a:ext cx="4389120" cy="5029200"/>
          </a:xfrm>
          <a:prstGeom prst="rect">
            <a:avLst/>
          </a:prstGeom>
          <a:ln w="9525">
            <a:solidFill>
              <a:srgbClr val="B08D57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8869680" y="3086100"/>
            <a:ext cx="457200" cy="4572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812280" y="36164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B4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 대표 사진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58368"/>
            <a:ext cx="10728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결혼 준비 타임라인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04</a:t>
            </a:r>
            <a:pPr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결혼 준비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1280160" y="3566160"/>
            <a:ext cx="9631375" cy="0"/>
          </a:xfrm>
          <a:prstGeom prst="line">
            <a:avLst/>
          </a:prstGeom>
          <a:noFill/>
          <a:ln w="38100">
            <a:solidFill>
              <a:srgbClr val="DFE2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42416" y="3328416"/>
            <a:ext cx="475488" cy="475488"/>
          </a:xfrm>
          <a:prstGeom prst="ellipse">
            <a:avLst/>
          </a:prstGeom>
          <a:solidFill>
            <a:srgbClr val="B08D57"/>
          </a:solidFill>
          <a:ln w="25400">
            <a:solidFill>
              <a:srgbClr val="B08D5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65760" y="2788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2026. 11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365760" y="3977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상견례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968691" y="3328416"/>
            <a:ext cx="475488" cy="47548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08D5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292035" y="2788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2026. 12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2292035" y="3977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예식장 계약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894966" y="3328416"/>
            <a:ext cx="475488" cy="47548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08D5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218310" y="2788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2027. 02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218310" y="3977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웨딩 촬영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821241" y="3328416"/>
            <a:ext cx="475488" cy="47548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08D5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144585" y="2788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2027. 03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144585" y="3977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예물 · 혼수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747516" y="3328416"/>
            <a:ext cx="475488" cy="47548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08D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070860" y="2788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2027. 04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8070860" y="3977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신혼집 입주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10673791" y="3328416"/>
            <a:ext cx="475488" cy="475488"/>
          </a:xfrm>
          <a:prstGeom prst="ellipse">
            <a:avLst/>
          </a:prstGeom>
          <a:solidFill>
            <a:srgbClr val="B08D57"/>
          </a:solidFill>
          <a:ln w="25400">
            <a:solidFill>
              <a:srgbClr val="B08D57"/>
            </a:solidFill>
            <a:prstDash val="solid"/>
          </a:ln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92663" y="3456432"/>
            <a:ext cx="237744" cy="237744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9997135" y="2788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2027. 05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9997135" y="3977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결혼식</a:t>
            </a:r>
            <a:endParaRPr lang="en-US" sz="1600" dirty="0"/>
          </a:p>
        </p:txBody>
      </p:sp>
      <p:sp>
        <p:nvSpPr>
          <p:cNvPr id="25" name="Shape 21"/>
          <p:cNvSpPr/>
          <p:nvPr/>
        </p:nvSpPr>
        <p:spPr>
          <a:xfrm>
            <a:off x="731520" y="2148840"/>
            <a:ext cx="1097280" cy="329184"/>
          </a:xfrm>
          <a:prstGeom prst="roundRect">
            <a:avLst>
              <a:gd name="adj" fmla="val 50000"/>
            </a:avLst>
          </a:prstGeom>
          <a:ln w="12700">
            <a:solidFill>
              <a:srgbClr val="B08D57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731520" y="214884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여기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1280160" y="4846320"/>
            <a:ext cx="9631375" cy="1143000"/>
          </a:xfrm>
          <a:prstGeom prst="rect">
            <a:avLst/>
          </a:prstGeom>
          <a:solidFill>
            <a:srgbClr val="F6F7FA"/>
          </a:solidFill>
          <a:ln w="9525">
            <a:solidFill>
              <a:srgbClr val="DFE2EA"/>
            </a:solidFill>
            <a:prstDash val="solid"/>
          </a:ln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5230368"/>
            <a:ext cx="365760" cy="365760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2194560" y="4983480"/>
            <a:ext cx="83512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지금은 상견례를 마치고 예식장을 알아보고 있어요. 큰 일정은 두 사람이 정리해서 양가에 미리 말씀드릴게요.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58368"/>
            <a:ext cx="10728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결혼 준비 현황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04</a:t>
            </a:r>
            <a:pPr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결혼 준비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05840" y="1828800"/>
          <a:ext cx="101800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788152"/>
                <a:gridCol w="201168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진행 상황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2A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예식 날짜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2027년 5월 15일 토요일 낮 12시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08D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확정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2A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예식장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○○웨딩홀 3층 그랜드홀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08D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 완료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2A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스드메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업체 비교 중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08D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진행 중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2A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신혼여행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이탈리아 8박 9일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6870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예정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2A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신혼집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○○동 아파트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08D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 완료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2A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예물 · 예단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양가와 상의해 간소하게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6870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상의 중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58368"/>
            <a:ext cx="10728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예식장을 소개합니다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04</a:t>
            </a:r>
            <a:pPr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결혼 준비</a:t>
            </a:r>
            <a:endParaRPr lang="en-US" sz="1200" dirty="0"/>
          </a:p>
        </p:txBody>
      </p:sp>
      <p:sp>
        <p:nvSpPr>
          <p:cNvPr id="5" name="사진 칸"/>
          <p:cNvSpPr/>
          <p:nvPr/>
        </p:nvSpPr>
        <p:spPr>
          <a:xfrm>
            <a:off x="822960" y="1737360"/>
            <a:ext cx="6309360" cy="4434840"/>
          </a:xfrm>
          <a:prstGeom prst="rect">
            <a:avLst/>
          </a:prstGeom>
          <a:solidFill>
            <a:srgbClr val="EEF0F5"/>
          </a:solidFill>
          <a:ln w="12700">
            <a:solidFill>
              <a:srgbClr val="EEF0F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14400" y="1828800"/>
            <a:ext cx="6126480" cy="4251960"/>
          </a:xfrm>
          <a:prstGeom prst="rect">
            <a:avLst/>
          </a:prstGeom>
          <a:ln w="9525">
            <a:solidFill>
              <a:srgbClr val="B08D57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3749040" y="3611880"/>
            <a:ext cx="457200" cy="4572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22960" y="414223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8D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예식장 사진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7498080" y="17830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예식장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7498080" y="209397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○○웨딩홀 3층 그랜드홀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7498080" y="26517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일시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498080" y="296265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2027년 5월 15일 토요일 낮 12시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7498080" y="35204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7498080" y="383133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 ○○구 ○○로 00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7498080" y="43891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식사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7498080" y="470001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한식 코스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7498080" y="52578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7498080" y="556869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건물 지하 주차장 2시간 무료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58368"/>
            <a:ext cx="10728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웨딩 촬영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04</a:t>
            </a:r>
            <a:pPr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결혼 준비</a:t>
            </a:r>
            <a:endParaRPr lang="en-US" sz="1200" dirty="0"/>
          </a:p>
        </p:txBody>
      </p:sp>
      <p:sp>
        <p:nvSpPr>
          <p:cNvPr id="5" name="사진 칸"/>
          <p:cNvSpPr/>
          <p:nvPr/>
        </p:nvSpPr>
        <p:spPr>
          <a:xfrm>
            <a:off x="822960" y="1737360"/>
            <a:ext cx="4846320" cy="4434840"/>
          </a:xfrm>
          <a:prstGeom prst="rect">
            <a:avLst/>
          </a:prstGeom>
          <a:solidFill>
            <a:srgbClr val="EEF0F5"/>
          </a:solidFill>
          <a:ln w="12700">
            <a:solidFill>
              <a:srgbClr val="EEF0F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14400" y="1828800"/>
            <a:ext cx="4663440" cy="4251960"/>
          </a:xfrm>
          <a:prstGeom prst="rect">
            <a:avLst/>
          </a:prstGeom>
          <a:ln w="9525">
            <a:solidFill>
              <a:srgbClr val="B08D57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3017520" y="3611880"/>
            <a:ext cx="457200" cy="4572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22960" y="41422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8D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사진</a:t>
            </a:r>
            <a:endParaRPr lang="en-US" sz="1100" dirty="0"/>
          </a:p>
        </p:txBody>
      </p:sp>
      <p:sp>
        <p:nvSpPr>
          <p:cNvPr id="9" name="사진 칸"/>
          <p:cNvSpPr/>
          <p:nvPr/>
        </p:nvSpPr>
        <p:spPr>
          <a:xfrm>
            <a:off x="5897880" y="1737360"/>
            <a:ext cx="2651760" cy="2103120"/>
          </a:xfrm>
          <a:prstGeom prst="rect">
            <a:avLst/>
          </a:prstGeom>
          <a:solidFill>
            <a:srgbClr val="EEF0F5"/>
          </a:solidFill>
          <a:ln w="12700">
            <a:solidFill>
              <a:srgbClr val="EEF0F5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989320" y="1828800"/>
            <a:ext cx="2468880" cy="1920240"/>
          </a:xfrm>
          <a:prstGeom prst="rect">
            <a:avLst/>
          </a:prstGeom>
          <a:ln w="9525">
            <a:solidFill>
              <a:srgbClr val="B08D57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6995160" y="2560320"/>
            <a:ext cx="457200" cy="457200"/>
          </a:xfrm>
          <a:prstGeom prst="rect">
            <a:avLst/>
          </a:prstGeom>
        </p:spPr>
      </p:pic>
      <p:sp>
        <p:nvSpPr>
          <p:cNvPr id="12" name="사진 칸"/>
          <p:cNvSpPr/>
          <p:nvPr/>
        </p:nvSpPr>
        <p:spPr>
          <a:xfrm>
            <a:off x="5897880" y="4069080"/>
            <a:ext cx="2651760" cy="2103120"/>
          </a:xfrm>
          <a:prstGeom prst="rect">
            <a:avLst/>
          </a:prstGeom>
          <a:solidFill>
            <a:srgbClr val="EEF0F5"/>
          </a:solidFill>
          <a:ln w="12700">
            <a:solidFill>
              <a:srgbClr val="EEF0F5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5989320" y="4160520"/>
            <a:ext cx="2468880" cy="1920240"/>
          </a:xfrm>
          <a:prstGeom prst="rect">
            <a:avLst/>
          </a:prstGeom>
          <a:ln w="9525">
            <a:solidFill>
              <a:srgbClr val="B08D57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6995160" y="4892040"/>
            <a:ext cx="457200" cy="457200"/>
          </a:xfrm>
          <a:prstGeom prst="rect">
            <a:avLst/>
          </a:prstGeom>
        </p:spPr>
      </p:pic>
      <p:sp>
        <p:nvSpPr>
          <p:cNvPr id="15" name="사진 칸"/>
          <p:cNvSpPr/>
          <p:nvPr/>
        </p:nvSpPr>
        <p:spPr>
          <a:xfrm>
            <a:off x="8778240" y="1737360"/>
            <a:ext cx="2590495" cy="4434840"/>
          </a:xfrm>
          <a:prstGeom prst="rect">
            <a:avLst/>
          </a:prstGeom>
          <a:solidFill>
            <a:srgbClr val="EEF0F5"/>
          </a:solidFill>
          <a:ln w="12700">
            <a:solidFill>
              <a:srgbClr val="EEF0F5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8869680" y="1828800"/>
            <a:ext cx="2407615" cy="4251960"/>
          </a:xfrm>
          <a:prstGeom prst="rect">
            <a:avLst/>
          </a:prstGeom>
          <a:ln w="9525">
            <a:solidFill>
              <a:srgbClr val="B08D57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9844888" y="3611880"/>
            <a:ext cx="457200" cy="45720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8778240" y="4142232"/>
            <a:ext cx="2590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8D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세로 사진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914400" y="15544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96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31089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앞으로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3931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8CD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약속과 감사 인사</a:t>
            </a:r>
            <a:endParaRPr lang="en-US" sz="1800" dirty="0"/>
          </a:p>
        </p:txBody>
      </p:sp>
      <p:sp>
        <p:nvSpPr>
          <p:cNvPr id="6" name="사진 칸"/>
          <p:cNvSpPr/>
          <p:nvPr/>
        </p:nvSpPr>
        <p:spPr>
          <a:xfrm>
            <a:off x="6812280" y="822960"/>
            <a:ext cx="4572000" cy="5212080"/>
          </a:xfrm>
          <a:prstGeom prst="rect">
            <a:avLst/>
          </a:prstGeom>
          <a:solidFill>
            <a:srgbClr val="2B3756"/>
          </a:solidFill>
          <a:ln w="12700">
            <a:solidFill>
              <a:srgbClr val="2B375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903720" y="914400"/>
            <a:ext cx="4389120" cy="5029200"/>
          </a:xfrm>
          <a:prstGeom prst="rect">
            <a:avLst/>
          </a:prstGeom>
          <a:ln w="9525">
            <a:solidFill>
              <a:srgbClr val="B08D57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8869680" y="3086100"/>
            <a:ext cx="457200" cy="4572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812280" y="36164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B4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 대표 사진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58368"/>
            <a:ext cx="10728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앞으로 이렇게 살겠습니다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05</a:t>
            </a:r>
            <a:pPr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앞으로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731520" y="1737360"/>
            <a:ext cx="5181448" cy="1965960"/>
          </a:xfrm>
          <a:prstGeom prst="rect">
            <a:avLst/>
          </a:prstGeom>
          <a:solidFill>
            <a:srgbClr val="F6F7FA"/>
          </a:solidFill>
          <a:ln w="9525">
            <a:solidFill>
              <a:srgbClr val="DFE2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97280" y="2148840"/>
            <a:ext cx="685800" cy="685800"/>
          </a:xfrm>
          <a:prstGeom prst="ellipse">
            <a:avLst/>
          </a:prstGeom>
          <a:solidFill>
            <a:srgbClr val="3F5A8C"/>
          </a:solidFill>
          <a:ln w="12700">
            <a:solidFill>
              <a:srgbClr val="3F5A8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148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2057400" y="2148840"/>
            <a:ext cx="3535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서로의 부모님을 내 부모님처럼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2057400" y="2651760"/>
            <a:ext cx="3535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870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양가 어른들께 자주 연락드리고 마음을 쓰겠습니다.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278728" y="1737360"/>
            <a:ext cx="5181448" cy="1965960"/>
          </a:xfrm>
          <a:prstGeom prst="rect">
            <a:avLst/>
          </a:prstGeom>
          <a:solidFill>
            <a:srgbClr val="F6F7FA"/>
          </a:solidFill>
          <a:ln w="9525">
            <a:solidFill>
              <a:srgbClr val="DFE2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644488" y="2148840"/>
            <a:ext cx="685800" cy="685800"/>
          </a:xfrm>
          <a:prstGeom prst="ellipse">
            <a:avLst/>
          </a:prstGeom>
          <a:solidFill>
            <a:srgbClr val="B0646A"/>
          </a:solidFill>
          <a:ln w="12700">
            <a:solidFill>
              <a:srgbClr val="B0646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644488" y="2148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7604608" y="2148840"/>
            <a:ext cx="3535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일도 함께 의논하기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7604608" y="2651760"/>
            <a:ext cx="3535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870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중요한 결정은 꼭 둘이 상의해서 정하겠습니다.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31520" y="4023360"/>
            <a:ext cx="5181448" cy="1965960"/>
          </a:xfrm>
          <a:prstGeom prst="rect">
            <a:avLst/>
          </a:prstGeom>
          <a:solidFill>
            <a:srgbClr val="F6F7FA"/>
          </a:solidFill>
          <a:ln w="9525">
            <a:solidFill>
              <a:srgbClr val="DFE2E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097280" y="4434840"/>
            <a:ext cx="685800" cy="685800"/>
          </a:xfrm>
          <a:prstGeom prst="ellipse">
            <a:avLst/>
          </a:prstGeom>
          <a:solidFill>
            <a:srgbClr val="3F5A8C"/>
          </a:solidFill>
          <a:ln w="12700">
            <a:solidFill>
              <a:srgbClr val="3F5A8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4434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2057400" y="4434840"/>
            <a:ext cx="3535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달에 한 번은 찾아뵙기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2057400" y="4937760"/>
            <a:ext cx="3535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870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바쁘더라도 양가를 번갈아 찾아뵙겠습니다.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278728" y="4023360"/>
            <a:ext cx="5181448" cy="1965960"/>
          </a:xfrm>
          <a:prstGeom prst="rect">
            <a:avLst/>
          </a:prstGeom>
          <a:solidFill>
            <a:srgbClr val="F6F7FA"/>
          </a:solidFill>
          <a:ln w="9525">
            <a:solidFill>
              <a:srgbClr val="DFE2E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644488" y="4434840"/>
            <a:ext cx="685800" cy="685800"/>
          </a:xfrm>
          <a:prstGeom prst="ellipse">
            <a:avLst/>
          </a:prstGeom>
          <a:solidFill>
            <a:srgbClr val="B0646A"/>
          </a:solidFill>
          <a:ln w="12700">
            <a:solidFill>
              <a:srgbClr val="B0646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644488" y="4434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0"/>
          <p:cNvSpPr txBox="1"/>
          <p:nvPr/>
        </p:nvSpPr>
        <p:spPr>
          <a:xfrm>
            <a:off x="7604608" y="4434840"/>
            <a:ext cx="3535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웃음이 많은 집 만들기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7604608" y="4937760"/>
            <a:ext cx="3535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870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서로에게 다정한 말을 아끼지 않겠습니다.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58368"/>
            <a:ext cx="10728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양가 부모님께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05</a:t>
            </a:r>
            <a:pPr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앞으로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2011680" y="1737360"/>
            <a:ext cx="8168335" cy="4434840"/>
          </a:xfrm>
          <a:prstGeom prst="rect">
            <a:avLst/>
          </a:prstGeom>
          <a:solidFill>
            <a:srgbClr val="F6F7FA"/>
          </a:solidFill>
          <a:ln w="9525">
            <a:solidFill>
              <a:srgbClr val="DFE2E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4680" y="2057400"/>
            <a:ext cx="402336" cy="40233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743200" y="2697480"/>
            <a:ext cx="6705295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이렇게 두 가족이 한자리에 모일 수 있어 정말 감사합니다.</a:t>
            </a:r>
            <a:endParaRPr lang="en-US" sz="1500" dirty="0"/>
          </a:p>
          <a:p>
            <a:pPr algn="ctr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지금까지 저희를 사랑으로 키워 주신 마음 잊지 않고,</a:t>
            </a:r>
            <a:endParaRPr lang="en-US" sz="1500" dirty="0"/>
          </a:p>
          <a:p>
            <a:pPr algn="ctr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아끼고 존중하며 예쁘게 살겠습니다.</a:t>
            </a:r>
            <a:endParaRPr lang="en-US" sz="1500" dirty="0"/>
          </a:p>
          <a:p>
            <a:pPr algn="ctr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부족한 점이 있더라도 너그러이 지켜봐 주세요.</a:t>
            </a:r>
            <a:endParaRPr lang="en-US" sz="1500" dirty="0"/>
          </a:p>
          <a:p>
            <a:pPr algn="ctr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1F2A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늘 건강하세요. 사랑합니다.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2743200" y="5440680"/>
            <a:ext cx="6705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B08D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철수 · 은혜 올림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1828800" y="1554480"/>
            <a:ext cx="2011680" cy="1371600"/>
          </a:xfrm>
          <a:prstGeom prst="wedgeRoundRectCallout">
            <a:avLst>
              <a:gd name="adj" fmla="val 20000"/>
            </a:avLst>
          </a:prstGeom>
          <a:solidFill>
            <a:srgbClr val="2B3756"/>
          </a:solidFill>
          <a:ln w="12700">
            <a:solidFill>
              <a:srgbClr val="2B3756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1828800" y="160020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5400" dirty="0"/>
          </a:p>
        </p:txBody>
      </p:sp>
      <p:sp>
        <p:nvSpPr>
          <p:cNvPr id="5" name="Shape 2"/>
          <p:cNvSpPr/>
          <p:nvPr/>
        </p:nvSpPr>
        <p:spPr>
          <a:xfrm flipH="1">
            <a:off x="8412480" y="3749040"/>
            <a:ext cx="1828800" cy="1234440"/>
          </a:xfrm>
          <a:prstGeom prst="wedgeRoundRectCallout">
            <a:avLst>
              <a:gd name="adj" fmla="val 22222"/>
            </a:avLst>
          </a:prstGeom>
          <a:solidFill>
            <a:srgbClr val="2B3756"/>
          </a:solidFill>
          <a:ln w="12700">
            <a:solidFill>
              <a:srgbClr val="2B375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412480" y="379476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331720"/>
            <a:ext cx="107286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 &amp; A</a:t>
            </a:r>
            <a:endParaRPr lang="en-US" sz="72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70332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CD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궁금한 점을 편하게 물어봐 주세요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ln w="12700">
            <a:solidFill>
              <a:srgbClr val="B08D5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1528" y="1737360"/>
            <a:ext cx="548640" cy="5486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731520" y="2514600"/>
            <a:ext cx="107286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4800" dirty="0"/>
          </a:p>
        </p:txBody>
      </p:sp>
      <p:sp>
        <p:nvSpPr>
          <p:cNvPr id="6" name="Text 2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C8CD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함께해 주셔서 진심으로 감사합니다.</a:t>
            </a:r>
            <a:endParaRPr lang="en-US" sz="18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C8CD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앞으로 잘 부탁드립니다.</a:t>
            </a:r>
            <a:endParaRPr lang="en-US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731520" y="480060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08D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철수  ·  은혜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상견례 가족 소개 - 네이비 챕터</dc:title>
  <dc:subject>PptxGenJS Presentation</dc:subject>
  <dc:creator>COSTCHECK</dc:creator>
  <cp:lastModifiedBy>COSTCHECK</cp:lastModifiedBy>
  <cp:revision>1</cp:revision>
  <dcterms:created xsi:type="dcterms:W3CDTF">2026-10-12T14:15:02Z</dcterms:created>
  <dcterms:modified xsi:type="dcterms:W3CDTF">2026-10-12T14:15:02Z</dcterms:modified>
</cp:coreProperties>
</file>