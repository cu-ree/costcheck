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</p:sldIdLst>
  <p:notesMasterIdLst>
    <p:notesMasterId r:id="rId19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표지" id="{9e3ba2d8-70ec-6b5d-c401-e523191b1d9c}">
          <p14:sldIdLst>
            <p14:sldId id="256"/>
            <p14:sldId id="257"/>
          </p14:sldIdLst>
        </p14:section>
        <p14:section name="우리를 소개합니다" id="{0f3d8c99-8ab1-6f19-c39a-250228e60685}">
          <p14:sldIdLst>
            <p14:sldId id="258"/>
            <p14:sldId id="259"/>
          </p14:sldIdLst>
        </p14:section>
        <p14:section name="우리 가족" id="{d12821d3-9843-a902-e359-3af12a311fd3}">
          <p14:sldIdLst>
            <p14:sldId id="260"/>
            <p14:sldId id="261"/>
          </p14:sldIdLst>
        </p14:section>
        <p14:section name="우리의 이야기" id="{97513f60-d516-a7d6-2f62-77e49e2031c4}">
          <p14:sldIdLst>
            <p14:sldId id="262"/>
            <p14:sldId id="263"/>
            <p14:sldId id="264"/>
          </p14:sldIdLst>
        </p14:section>
        <p14:section name="결혼 준비" id="{ecee59e8-a06c-a695-e533-95ef67acf522}">
          <p14:sldIdLst>
            <p14:sldId id="265"/>
            <p14:sldId id="266"/>
            <p14:sldId id="267"/>
            <p14:sldId id="268"/>
          </p14:sldIdLst>
        </p14:section>
        <p14:section name="앞으로" id="{17d62cbd-8e92-d0cc-2748-6ac168a21d14}">
          <p14:sldIdLst>
            <p14:sldId id="269"/>
            <p14:sldId id="270"/>
            <p14:sldId id="271"/>
            <p14:sldId id="272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notesMaster" Target="notesMasters/notesMaster1.xml"/><Relationship Id="rId20" Type="http://schemas.openxmlformats.org/officeDocument/2006/relationships/presProps" Target="presProps.xml"/><Relationship Id="rId21" Type="http://schemas.openxmlformats.org/officeDocument/2006/relationships/viewProps" Target="viewProps.xml"/><Relationship Id="rId22" Type="http://schemas.openxmlformats.org/officeDocument/2006/relationships/theme" Target="theme/theme1.xml"/><Relationship Id="rId2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표지예요. 두 사람 이름, 날짜, 장소를 바꿔 주세요.
사진 넣는 법: 사진 칸을 선택하고 마우스 오른쪽 → [도형 서식] → 채우기 → [그림 또는 질감 채우기] → [삽입]을 누르면 칸 모양 그대로 사진이 들어가요. 글자는 눌러서 바로 고치면 됩니다.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목차예요. 순서를 바꾸거나 필요 없는 장은 지워도 괜찮아요.
사진 넣는 법: 사진 칸을 선택하고 마우스 오른쪽 → [도형 서식] → 채우기 → [그림 또는 질감 채우기] → [삽입]을 누르면 칸 모양 그대로 사진이 들어가요. 글자는 눌러서 바로 고치면 됩니다.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신랑 소개 페이지예요. 항목은 자유롭게 바꿔 쓰세요.
사진 넣는 법: 사진 칸을 선택하고 마우스 오른쪽 → [도형 서식] → 채우기 → [그림 또는 질감 채우기] → [삽입]을 누르면 칸 모양 그대로 사진이 들어가요. 글자는 눌러서 바로 고치면 됩니다.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신부 소개 페이지예요. 항목은 자유롭게 바꿔 쓰세요.
사진 넣는 법: 사진 칸을 선택하고 마우스 오른쪽 → [도형 서식] → 채우기 → [그림 또는 질감 채우기] → [삽입]을 누르면 칸 모양 그대로 사진이 들어가요. 글자는 눌러서 바로 고치면 됩니다.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신랑 측 가족을 소개하는 페이지예요. 인원이 다르면 칸을 지우거나 복사해서 쓰세요.
사진 넣는 법: 사진 칸을 선택하고 마우스 오른쪽 → [도형 서식] → 채우기 → [그림 또는 질감 채우기] → [삽입]을 누르면 칸 모양 그대로 사진이 들어가요. 글자는 눌러서 바로 고치면 됩니다.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신부 측 가족을 소개하는 페이지예요. 인원이 다르면 칸을 지우거나 복사해서 쓰세요.
사진 넣는 법: 사진 칸을 선택하고 마우스 오른쪽 → [도형 서식] → 채우기 → [그림 또는 질감 채우기] → [삽입]을 누르면 칸 모양 그대로 사진이 들어가요. 글자는 눌러서 바로 고치면 됩니다.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두 사람이 처음 만난 날을 소개해요.
사진 넣는 법: 사진 칸을 선택하고 마우스 오른쪽 → [도형 서식] → 채우기 → [그림 또는 질감 채우기] → [삽입]을 누르면 칸 모양 그대로 사진이 들어가요. 글자는 눌러서 바로 고치면 됩니다.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연애하며 기억에 남는 순간 네 가지를 골라 보세요.
사진 넣는 법: 사진 칸을 선택하고 마우스 오른쪽 → [도형 서식] → 채우기 → [그림 또는 질감 채우기] → [삽입]을 누르면 칸 모양 그대로 사진이 들어가요. 글자는 눌러서 바로 고치면 됩니다.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서로에게 결혼을 결심한 이유를 직접 써 보세요. 짧아도 충분히 진심이 전해져요.
사진 넣는 법: 사진 칸을 선택하고 마우스 오른쪽 → [도형 서식] → 채우기 → [그림 또는 질감 채우기] → [삽입]을 누르면 칸 모양 그대로 사진이 들어가요. 글자는 눌러서 바로 고치면 됩니다.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결혼식까지의 큰 일정을 보여 주는 페이지예요. 날짜와 항목을 바꿔 쓰세요.
사진 넣는 법: 사진 칸을 선택하고 마우스 오른쪽 → [도형 서식] → 채우기 → [그림 또는 질감 채우기] → [삽입]을 누르면 칸 모양 그대로 사진이 들어가요. 글자는 눌러서 바로 고치면 됩니다.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준비 상황을 한눈에 보여 주는 표예요. 진행 상황 칸의 글자를 바꿔 쓰세요.
사진 넣는 법: 사진 칸을 선택하고 마우스 오른쪽 → [도형 서식] → 채우기 → [그림 또는 질감 채우기] → [삽입]을 누르면 칸 모양 그대로 사진이 들어가요. 글자는 눌러서 바로 고치면 됩니다.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예식장 사진과 정보를 넣는 페이지예요.
사진 넣는 법: 사진 칸을 선택하고 마우스 오른쪽 → [도형 서식] → 채우기 → [그림 또는 질감 채우기] → [삽입]을 누르면 칸 모양 그대로 사진이 들어가요. 글자는 눌러서 바로 고치면 됩니다.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웨딩 촬영 사진이나 촬영 장소 사진을 넣어 보세요. 아직 찍지 않았다면 이 장은 지워도 괜찮아요.
사진 넣는 법: 사진 칸을 선택하고 마우스 오른쪽 → [도형 서식] → 채우기 → [그림 또는 질감 채우기] → [삽입]을 누르면 칸 모양 그대로 사진이 들어가요. 글자는 눌러서 바로 고치면 됩니다.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두 사람이 함께 정한 약속을 적어 보세요.
사진 넣는 법: 사진 칸을 선택하고 마우스 오른쪽 → [도형 서식] → 채우기 → [그림 또는 질감 채우기] → [삽입]을 누르면 칸 모양 그대로 사진이 들어가요. 글자는 눌러서 바로 고치면 됩니다.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부모님께 드리는 편지예요. 발표 마지막에 직접 읽어 드리면 좋아요.
사진 넣는 법: 사진 칸을 선택하고 마우스 오른쪽 → [도형 서식] → 채우기 → [그림 또는 질감 채우기] → [삽입]을 누르면 칸 모양 그대로 사진이 들어가요. 글자는 눌러서 바로 고치면 됩니다.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질문을 받는 페이지예요. 필요 없으면 지워도 괜찮아요.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마지막 인사 페이지예요.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02-1.png"/><Relationship Id="rId2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rgbClr val="F3F7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1520" y="676656"/>
            <a:ext cx="292608" cy="292608"/>
          </a:xfrm>
          <a:prstGeom prst="rect">
            <a:avLst/>
          </a:prstGeom>
        </p:spPr>
      </p:pic>
      <p:sp>
        <p:nvSpPr>
          <p:cNvPr id="3" name="Text 0"/>
          <p:cNvSpPr/>
          <p:nvPr>
            <p:ph idx="101" type="title" hasCustomPrompt="1"/>
          </p:nvPr>
        </p:nvSpPr>
        <p:spPr>
          <a:xfrm>
            <a:off x="1143000" y="457200"/>
            <a:ext cx="9601200" cy="73152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2800" b="1" dirty="0">
                <a:solidFill>
                  <a:srgbClr val="33402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defRPr>
            </a:lvl1pPr>
          </a:lstStyle>
          <a:p>
            <a:pPr algn="l" indent="0" marL="0">
              <a:buNone/>
            </a:pPr>
            <a:endParaRPr lang="en-US" sz="28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VER">
    <p:bg>
      <p:bgPr>
        <a:solidFill>
          <a:srgbClr val="F3F7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slideLayout" Target="../slideLayouts/slideLayout3.xml"/><Relationship Id="rId5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slideLayout" Target="../slideLayouts/slideLayout2.xml"/><Relationship Id="rId6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image" Target="../media/image-6-4.png"/><Relationship Id="rId5" Type="http://schemas.openxmlformats.org/officeDocument/2006/relationships/slideLayout" Target="../slideLayouts/slideLayout2.xml"/><Relationship Id="rId6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image" Target="../media/image-8-4.png"/><Relationship Id="rId5" Type="http://schemas.openxmlformats.org/officeDocument/2006/relationships/slideLayout" Target="../slideLayouts/slideLayout2.xml"/><Relationship Id="rId6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image" Target="../media/image-13-2.png"/><Relationship Id="rId3" Type="http://schemas.openxmlformats.org/officeDocument/2006/relationships/image" Target="../media/image-13-3.png"/><Relationship Id="rId4" Type="http://schemas.openxmlformats.org/officeDocument/2006/relationships/image" Target="../media/image-13-4.png"/><Relationship Id="rId5" Type="http://schemas.openxmlformats.org/officeDocument/2006/relationships/slideLayout" Target="../slideLayouts/slideLayout2.xml"/><Relationship Id="rId6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1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0"/>
          <p:cNvSpPr/>
          <p:nvPr/>
        </p:nvSpPr>
        <p:spPr>
          <a:xfrm>
            <a:off x="6949440" y="960120"/>
            <a:ext cx="4206240" cy="4846320"/>
          </a:xfrm>
          <a:prstGeom prst="rect">
            <a:avLst/>
          </a:prstGeom>
          <a:solidFill>
            <a:srgbClr val="FFFFFF"/>
          </a:solidFill>
          <a:ln w="9525">
            <a:solidFill>
              <a:srgbClr val="E4E9DC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4000"/>
              </a:srgbClr>
            </a:outerShdw>
          </a:effectLst>
        </p:spPr>
      </p:sp>
      <p:sp>
        <p:nvSpPr>
          <p:cNvPr id="4" name="사진 칸"/>
          <p:cNvSpPr/>
          <p:nvPr/>
        </p:nvSpPr>
        <p:spPr>
          <a:xfrm>
            <a:off x="7077456" y="1088136"/>
            <a:ext cx="3950208" cy="4215384"/>
          </a:xfrm>
          <a:prstGeom prst="rect">
            <a:avLst/>
          </a:prstGeom>
          <a:solidFill>
            <a:srgbClr val="E2ECD6"/>
          </a:solidFill>
          <a:ln w="12700">
            <a:solidFill>
              <a:srgbClr val="E2ECD6"/>
            </a:solidFill>
            <a:prstDash val="solid"/>
          </a:ln>
        </p:spPr>
      </p:sp>
      <p:sp>
        <p:nvSpPr>
          <p:cNvPr id="5" name="Shape 2"/>
          <p:cNvSpPr/>
          <p:nvPr/>
        </p:nvSpPr>
        <p:spPr>
          <a:xfrm rot="-360000">
            <a:off x="8549640" y="850392"/>
            <a:ext cx="1005840" cy="237744"/>
          </a:xfrm>
          <a:prstGeom prst="rect">
            <a:avLst/>
          </a:prstGeom>
          <a:solidFill>
            <a:srgbClr val="F2A65A">
              <a:alpha val="65000"/>
            </a:srgbClr>
          </a:solidFill>
          <a:ln w="12700">
            <a:solidFill>
              <a:srgbClr val="F2A65A">
                <a:alpha val="65000"/>
              </a:srgbClr>
            </a:solidFill>
            <a:prstDash val="solid"/>
          </a:ln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>
            <a:alphaModFix amt="80000"/>
          </a:blip>
          <a:stretch>
            <a:fillRect/>
          </a:stretch>
        </p:blipFill>
        <p:spPr>
          <a:xfrm>
            <a:off x="8823960" y="2852928"/>
            <a:ext cx="457200" cy="457200"/>
          </a:xfrm>
          <a:prstGeom prst="rect">
            <a:avLst/>
          </a:prstGeom>
        </p:spPr>
      </p:pic>
      <p:sp>
        <p:nvSpPr>
          <p:cNvPr id="7" name="Text 3"/>
          <p:cNvSpPr txBox="1"/>
          <p:nvPr/>
        </p:nvSpPr>
        <p:spPr>
          <a:xfrm>
            <a:off x="7077456" y="3383280"/>
            <a:ext cx="39502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E9A6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두 사람 사진</a:t>
            </a:r>
            <a:endParaRPr lang="en-US" sz="1100" dirty="0"/>
          </a:p>
        </p:txBody>
      </p:sp>
      <p:sp>
        <p:nvSpPr>
          <p:cNvPr id="8" name="Text 4"/>
          <p:cNvSpPr txBox="1"/>
          <p:nvPr/>
        </p:nvSpPr>
        <p:spPr>
          <a:xfrm>
            <a:off x="1005840" y="1737360"/>
            <a:ext cx="4572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rgbClr val="F2A6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Happy Day</a:t>
            </a:r>
            <a:endParaRPr lang="en-US" sz="2400" dirty="0"/>
          </a:p>
        </p:txBody>
      </p:sp>
      <p:sp>
        <p:nvSpPr>
          <p:cNvPr id="9" name="Text 5"/>
          <p:cNvSpPr txBox="1"/>
          <p:nvPr/>
        </p:nvSpPr>
        <p:spPr>
          <a:xfrm>
            <a:off x="1005840" y="2331720"/>
            <a:ext cx="56692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400" b="1" dirty="0">
                <a:solidFill>
                  <a:srgbClr val="33402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철수</a:t>
            </a:r>
            <a:pPr indent="0" marL="0">
              <a:buNone/>
            </a:pPr>
            <a:r>
              <a:rPr lang="en-US" sz="4400" b="1" dirty="0">
                <a:solidFill>
                  <a:srgbClr val="6E9A6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&amp; </a:t>
            </a:r>
            <a:pPr indent="0" marL="0">
              <a:buNone/>
            </a:pPr>
            <a:r>
              <a:rPr lang="en-US" sz="4400" b="1" dirty="0">
                <a:solidFill>
                  <a:srgbClr val="33402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은혜</a:t>
            </a:r>
            <a:endParaRPr lang="en-US" sz="4400" dirty="0"/>
          </a:p>
        </p:txBody>
      </p:sp>
      <p:sp>
        <p:nvSpPr>
          <p:cNvPr id="10" name="Text 6"/>
          <p:cNvSpPr txBox="1"/>
          <p:nvPr/>
        </p:nvSpPr>
        <p:spPr>
          <a:xfrm>
            <a:off x="1005840" y="3383280"/>
            <a:ext cx="5486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2000" dirty="0">
                <a:solidFill>
                  <a:srgbClr val="6B786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우리 두 사람의 이야기를</a:t>
            </a:r>
            <a:endParaRPr lang="en-US" sz="20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2000" dirty="0">
                <a:solidFill>
                  <a:srgbClr val="6B786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들려 드릴게요</a:t>
            </a:r>
            <a:endParaRPr lang="en-US" sz="2000" dirty="0"/>
          </a:p>
        </p:txBody>
      </p:sp>
      <p:sp>
        <p:nvSpPr>
          <p:cNvPr id="11" name="Text 7"/>
          <p:cNvSpPr txBox="1"/>
          <p:nvPr/>
        </p:nvSpPr>
        <p:spPr>
          <a:xfrm>
            <a:off x="1005840" y="4709160"/>
            <a:ext cx="5669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6B786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2026년 11월 7일 토요일  ·  ○○ 한정식 2층 연회룸</a:t>
            </a:r>
            <a:endParaRPr lang="en-US" sz="1400" dirty="0"/>
          </a:p>
        </p:txBody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89320" y="1143000"/>
            <a:ext cx="384048" cy="384048"/>
          </a:xfrm>
          <a:prstGeom prst="rect">
            <a:avLst/>
          </a:prstGeom>
        </p:spPr>
      </p:pic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55080" y="1691640"/>
            <a:ext cx="237744" cy="237744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1" type="title" hasCustomPrompt="1"/>
          </p:nvPr>
        </p:nvSpPr>
        <p:spPr>
          <a:xfrm>
            <a:off x="1143000" y="457200"/>
            <a:ext cx="9601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33402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CONTENTS</a:t>
            </a:r>
            <a:endParaRPr lang="en-US" sz="2800" dirty="0"/>
          </a:p>
        </p:txBody>
      </p:sp>
      <p:sp>
        <p:nvSpPr>
          <p:cNvPr id="4" name="Shape 1"/>
          <p:cNvSpPr/>
          <p:nvPr/>
        </p:nvSpPr>
        <p:spPr>
          <a:xfrm>
            <a:off x="731520" y="1965960"/>
            <a:ext cx="1920240" cy="3383280"/>
          </a:xfrm>
          <a:prstGeom prst="roundRect">
            <a:avLst>
              <a:gd name="adj" fmla="val 8571"/>
            </a:avLst>
          </a:prstGeom>
          <a:solidFill>
            <a:srgbClr val="FFFFFF"/>
          </a:solidFill>
          <a:ln w="9525">
            <a:solidFill>
              <a:srgbClr val="E4E9DC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4000"/>
              </a:srgbClr>
            </a:outerShdw>
          </a:effectLst>
        </p:spPr>
      </p:sp>
      <p:sp>
        <p:nvSpPr>
          <p:cNvPr id="5" name="Text 2"/>
          <p:cNvSpPr txBox="1"/>
          <p:nvPr/>
        </p:nvSpPr>
        <p:spPr>
          <a:xfrm>
            <a:off x="960120" y="2286000"/>
            <a:ext cx="1463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600" b="1" dirty="0">
                <a:solidFill>
                  <a:srgbClr val="6E9A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3600" dirty="0"/>
          </a:p>
        </p:txBody>
      </p:sp>
      <p:sp>
        <p:nvSpPr>
          <p:cNvPr id="6" name="Text 3"/>
          <p:cNvSpPr txBox="1"/>
          <p:nvPr/>
        </p:nvSpPr>
        <p:spPr>
          <a:xfrm>
            <a:off x="960120" y="3200400"/>
            <a:ext cx="1554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33402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우리를 소개합니다</a:t>
            </a:r>
            <a:endParaRPr lang="en-US" sz="1600" dirty="0"/>
          </a:p>
        </p:txBody>
      </p:sp>
      <p:sp>
        <p:nvSpPr>
          <p:cNvPr id="7" name="Text 4"/>
          <p:cNvSpPr txBox="1"/>
          <p:nvPr/>
        </p:nvSpPr>
        <p:spPr>
          <a:xfrm>
            <a:off x="960120" y="4069080"/>
            <a:ext cx="1554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6B786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신랑 · 신부 소개</a:t>
            </a:r>
            <a:endParaRPr lang="en-US" sz="1200" dirty="0"/>
          </a:p>
        </p:txBody>
      </p:sp>
      <p:sp>
        <p:nvSpPr>
          <p:cNvPr id="8" name="Shape 5"/>
          <p:cNvSpPr/>
          <p:nvPr/>
        </p:nvSpPr>
        <p:spPr>
          <a:xfrm>
            <a:off x="2933624" y="1965960"/>
            <a:ext cx="1920240" cy="3383280"/>
          </a:xfrm>
          <a:prstGeom prst="roundRect">
            <a:avLst>
              <a:gd name="adj" fmla="val 8571"/>
            </a:avLst>
          </a:prstGeom>
          <a:solidFill>
            <a:srgbClr val="FFFFFF"/>
          </a:solidFill>
          <a:ln w="9525">
            <a:solidFill>
              <a:srgbClr val="E4E9DC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4000"/>
              </a:srgbClr>
            </a:outerShdw>
          </a:effectLst>
        </p:spPr>
      </p:sp>
      <p:sp>
        <p:nvSpPr>
          <p:cNvPr id="9" name="Text 6"/>
          <p:cNvSpPr txBox="1"/>
          <p:nvPr/>
        </p:nvSpPr>
        <p:spPr>
          <a:xfrm>
            <a:off x="3162224" y="2286000"/>
            <a:ext cx="1463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600" b="1" dirty="0">
                <a:solidFill>
                  <a:srgbClr val="6E9A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3600" dirty="0"/>
          </a:p>
        </p:txBody>
      </p:sp>
      <p:sp>
        <p:nvSpPr>
          <p:cNvPr id="10" name="Text 7"/>
          <p:cNvSpPr txBox="1"/>
          <p:nvPr/>
        </p:nvSpPr>
        <p:spPr>
          <a:xfrm>
            <a:off x="3162224" y="3200400"/>
            <a:ext cx="1554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33402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우리 가족</a:t>
            </a:r>
            <a:endParaRPr lang="en-US" sz="1600" dirty="0"/>
          </a:p>
        </p:txBody>
      </p:sp>
      <p:sp>
        <p:nvSpPr>
          <p:cNvPr id="11" name="Text 8"/>
          <p:cNvSpPr txBox="1"/>
          <p:nvPr/>
        </p:nvSpPr>
        <p:spPr>
          <a:xfrm>
            <a:off x="3162224" y="4069080"/>
            <a:ext cx="1554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6B786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양가 가족 소개</a:t>
            </a:r>
            <a:endParaRPr lang="en-US" sz="1200" dirty="0"/>
          </a:p>
        </p:txBody>
      </p:sp>
      <p:sp>
        <p:nvSpPr>
          <p:cNvPr id="12" name="Shape 9"/>
          <p:cNvSpPr/>
          <p:nvPr/>
        </p:nvSpPr>
        <p:spPr>
          <a:xfrm>
            <a:off x="5135728" y="1965960"/>
            <a:ext cx="1920240" cy="3383280"/>
          </a:xfrm>
          <a:prstGeom prst="roundRect">
            <a:avLst>
              <a:gd name="adj" fmla="val 8571"/>
            </a:avLst>
          </a:prstGeom>
          <a:solidFill>
            <a:srgbClr val="FFFFFF"/>
          </a:solidFill>
          <a:ln w="9525">
            <a:solidFill>
              <a:srgbClr val="E4E9DC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4000"/>
              </a:srgbClr>
            </a:outerShdw>
          </a:effectLst>
        </p:spPr>
      </p:sp>
      <p:sp>
        <p:nvSpPr>
          <p:cNvPr id="13" name="Text 10"/>
          <p:cNvSpPr txBox="1"/>
          <p:nvPr/>
        </p:nvSpPr>
        <p:spPr>
          <a:xfrm>
            <a:off x="5364328" y="2286000"/>
            <a:ext cx="1463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600" b="1" dirty="0">
                <a:solidFill>
                  <a:srgbClr val="6E9A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3600" dirty="0"/>
          </a:p>
        </p:txBody>
      </p:sp>
      <p:sp>
        <p:nvSpPr>
          <p:cNvPr id="14" name="Text 11"/>
          <p:cNvSpPr txBox="1"/>
          <p:nvPr/>
        </p:nvSpPr>
        <p:spPr>
          <a:xfrm>
            <a:off x="5364328" y="3200400"/>
            <a:ext cx="1554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33402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우리의 이야기</a:t>
            </a:r>
            <a:endParaRPr lang="en-US" sz="1600" dirty="0"/>
          </a:p>
        </p:txBody>
      </p:sp>
      <p:sp>
        <p:nvSpPr>
          <p:cNvPr id="15" name="Text 12"/>
          <p:cNvSpPr txBox="1"/>
          <p:nvPr/>
        </p:nvSpPr>
        <p:spPr>
          <a:xfrm>
            <a:off x="5364328" y="4069080"/>
            <a:ext cx="1554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6B786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첫 만남부터 결혼 결심까지</a:t>
            </a:r>
            <a:endParaRPr lang="en-US" sz="1200" dirty="0"/>
          </a:p>
        </p:txBody>
      </p:sp>
      <p:sp>
        <p:nvSpPr>
          <p:cNvPr id="16" name="Shape 13"/>
          <p:cNvSpPr/>
          <p:nvPr/>
        </p:nvSpPr>
        <p:spPr>
          <a:xfrm>
            <a:off x="7337831" y="1965960"/>
            <a:ext cx="1920240" cy="3383280"/>
          </a:xfrm>
          <a:prstGeom prst="roundRect">
            <a:avLst>
              <a:gd name="adj" fmla="val 8571"/>
            </a:avLst>
          </a:prstGeom>
          <a:solidFill>
            <a:srgbClr val="FFFFFF"/>
          </a:solidFill>
          <a:ln w="9525">
            <a:solidFill>
              <a:srgbClr val="E4E9DC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4000"/>
              </a:srgbClr>
            </a:outerShdw>
          </a:effectLst>
        </p:spPr>
      </p:sp>
      <p:sp>
        <p:nvSpPr>
          <p:cNvPr id="17" name="Text 14"/>
          <p:cNvSpPr txBox="1"/>
          <p:nvPr/>
        </p:nvSpPr>
        <p:spPr>
          <a:xfrm>
            <a:off x="7566431" y="2286000"/>
            <a:ext cx="1463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600" b="1" dirty="0">
                <a:solidFill>
                  <a:srgbClr val="6E9A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3600" dirty="0"/>
          </a:p>
        </p:txBody>
      </p:sp>
      <p:sp>
        <p:nvSpPr>
          <p:cNvPr id="18" name="Text 15"/>
          <p:cNvSpPr txBox="1"/>
          <p:nvPr/>
        </p:nvSpPr>
        <p:spPr>
          <a:xfrm>
            <a:off x="7566431" y="3200400"/>
            <a:ext cx="1554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33402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결혼 준비</a:t>
            </a:r>
            <a:endParaRPr lang="en-US" sz="1600" dirty="0"/>
          </a:p>
        </p:txBody>
      </p:sp>
      <p:sp>
        <p:nvSpPr>
          <p:cNvPr id="19" name="Text 16"/>
          <p:cNvSpPr txBox="1"/>
          <p:nvPr/>
        </p:nvSpPr>
        <p:spPr>
          <a:xfrm>
            <a:off x="7566431" y="4069080"/>
            <a:ext cx="1554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6B786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일정 · 현황 · 예식장</a:t>
            </a:r>
            <a:endParaRPr lang="en-US" sz="1200" dirty="0"/>
          </a:p>
        </p:txBody>
      </p:sp>
      <p:sp>
        <p:nvSpPr>
          <p:cNvPr id="20" name="Shape 17"/>
          <p:cNvSpPr/>
          <p:nvPr/>
        </p:nvSpPr>
        <p:spPr>
          <a:xfrm>
            <a:off x="9539935" y="1965960"/>
            <a:ext cx="1920240" cy="3383280"/>
          </a:xfrm>
          <a:prstGeom prst="roundRect">
            <a:avLst>
              <a:gd name="adj" fmla="val 8571"/>
            </a:avLst>
          </a:prstGeom>
          <a:solidFill>
            <a:srgbClr val="FFFFFF"/>
          </a:solidFill>
          <a:ln w="9525">
            <a:solidFill>
              <a:srgbClr val="E4E9DC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4000"/>
              </a:srgbClr>
            </a:outerShdw>
          </a:effectLst>
        </p:spPr>
      </p:sp>
      <p:sp>
        <p:nvSpPr>
          <p:cNvPr id="21" name="Text 18"/>
          <p:cNvSpPr txBox="1"/>
          <p:nvPr/>
        </p:nvSpPr>
        <p:spPr>
          <a:xfrm>
            <a:off x="9768535" y="2286000"/>
            <a:ext cx="1463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600" b="1" dirty="0">
                <a:solidFill>
                  <a:srgbClr val="6E9A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3600" dirty="0"/>
          </a:p>
        </p:txBody>
      </p:sp>
      <p:sp>
        <p:nvSpPr>
          <p:cNvPr id="22" name="Text 19"/>
          <p:cNvSpPr txBox="1"/>
          <p:nvPr/>
        </p:nvSpPr>
        <p:spPr>
          <a:xfrm>
            <a:off x="9768535" y="3200400"/>
            <a:ext cx="1554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33402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앞으로</a:t>
            </a:r>
            <a:endParaRPr lang="en-US" sz="1600" dirty="0"/>
          </a:p>
        </p:txBody>
      </p:sp>
      <p:sp>
        <p:nvSpPr>
          <p:cNvPr id="23" name="Text 20"/>
          <p:cNvSpPr txBox="1"/>
          <p:nvPr/>
        </p:nvSpPr>
        <p:spPr>
          <a:xfrm>
            <a:off x="9768535" y="4069080"/>
            <a:ext cx="1554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6B786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약속과 감사 인사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1" type="title" hasCustomPrompt="1"/>
          </p:nvPr>
        </p:nvSpPr>
        <p:spPr>
          <a:xfrm>
            <a:off x="1143000" y="457200"/>
            <a:ext cx="9601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33402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신랑 철수를 소개합니다</a:t>
            </a:r>
            <a:endParaRPr lang="en-US" sz="2800" dirty="0"/>
          </a:p>
        </p:txBody>
      </p:sp>
      <p:sp>
        <p:nvSpPr>
          <p:cNvPr id="4" name="Shape 1"/>
          <p:cNvSpPr/>
          <p:nvPr/>
        </p:nvSpPr>
        <p:spPr>
          <a:xfrm>
            <a:off x="914400" y="1600200"/>
            <a:ext cx="3931920" cy="4526280"/>
          </a:xfrm>
          <a:prstGeom prst="rect">
            <a:avLst/>
          </a:prstGeom>
          <a:solidFill>
            <a:srgbClr val="FFFFFF"/>
          </a:solidFill>
          <a:ln w="9525">
            <a:solidFill>
              <a:srgbClr val="E4E9DC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4000"/>
              </a:srgbClr>
            </a:outerShdw>
          </a:effectLst>
        </p:spPr>
      </p:sp>
      <p:sp>
        <p:nvSpPr>
          <p:cNvPr id="5" name="사진 칸"/>
          <p:cNvSpPr/>
          <p:nvPr/>
        </p:nvSpPr>
        <p:spPr>
          <a:xfrm>
            <a:off x="1042416" y="1728216"/>
            <a:ext cx="3675888" cy="3895344"/>
          </a:xfrm>
          <a:prstGeom prst="rect">
            <a:avLst/>
          </a:prstGeom>
          <a:solidFill>
            <a:srgbClr val="E2ECD6"/>
          </a:solidFill>
          <a:ln w="12700">
            <a:solidFill>
              <a:srgbClr val="E2ECD6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 rot="-240000">
            <a:off x="2377440" y="1490472"/>
            <a:ext cx="1005840" cy="237744"/>
          </a:xfrm>
          <a:prstGeom prst="rect">
            <a:avLst/>
          </a:prstGeom>
          <a:solidFill>
            <a:srgbClr val="F2A65A">
              <a:alpha val="65000"/>
            </a:srgbClr>
          </a:solidFill>
          <a:ln w="12700">
            <a:solidFill>
              <a:srgbClr val="F2A65A">
                <a:alpha val="65000"/>
              </a:srgbClr>
            </a:solidFill>
            <a:prstDash val="solid"/>
          </a:ln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>
            <a:alphaModFix amt="80000"/>
          </a:blip>
          <a:stretch>
            <a:fillRect/>
          </a:stretch>
        </p:blipFill>
        <p:spPr>
          <a:xfrm>
            <a:off x="2651760" y="3332988"/>
            <a:ext cx="457200" cy="457200"/>
          </a:xfrm>
          <a:prstGeom prst="rect">
            <a:avLst/>
          </a:prstGeom>
        </p:spPr>
      </p:pic>
      <p:sp>
        <p:nvSpPr>
          <p:cNvPr id="8" name="Text 4"/>
          <p:cNvSpPr txBox="1"/>
          <p:nvPr/>
        </p:nvSpPr>
        <p:spPr>
          <a:xfrm>
            <a:off x="1042416" y="3863340"/>
            <a:ext cx="36758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E9A6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신랑 사진</a:t>
            </a:r>
            <a:endParaRPr lang="en-US" sz="1100" dirty="0"/>
          </a:p>
        </p:txBody>
      </p:sp>
      <p:sp>
        <p:nvSpPr>
          <p:cNvPr id="9" name="Shape 5"/>
          <p:cNvSpPr/>
          <p:nvPr/>
        </p:nvSpPr>
        <p:spPr>
          <a:xfrm>
            <a:off x="5486400" y="1645920"/>
            <a:ext cx="1188720" cy="329184"/>
          </a:xfrm>
          <a:prstGeom prst="roundRect">
            <a:avLst>
              <a:gd name="adj" fmla="val 50000"/>
            </a:avLst>
          </a:prstGeom>
          <a:solidFill>
            <a:srgbClr val="5C86B0"/>
          </a:solidFill>
          <a:ln w="12700">
            <a:solidFill>
              <a:srgbClr val="5C86B0"/>
            </a:solidFill>
            <a:prstDash val="solid"/>
          </a:ln>
        </p:spPr>
      </p:sp>
      <p:sp>
        <p:nvSpPr>
          <p:cNvPr id="10" name="Text 6"/>
          <p:cNvSpPr txBox="1"/>
          <p:nvPr/>
        </p:nvSpPr>
        <p:spPr>
          <a:xfrm>
            <a:off x="5486400" y="1645920"/>
            <a:ext cx="11887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GROOM</a:t>
            </a:r>
            <a:endParaRPr lang="en-US" sz="120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0" y="2240280"/>
          <a:ext cx="5852160" cy="914400"/>
        </p:xfrm>
        <a:graphic>
          <a:graphicData uri="http://schemas.openxmlformats.org/drawingml/2006/table">
            <a:tbl>
              <a:tblPr/>
              <a:tblGrid>
                <a:gridCol w="1737360"/>
                <a:gridCol w="4114800"/>
              </a:tblGrid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5C86B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이름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9144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6E2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33402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김철수</a:t>
                      </a:r>
                      <a:endParaRPr lang="en-US" sz="15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9144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6E2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5C86B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생년월일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9144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6E2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33402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1995. 03. 14</a:t>
                      </a:r>
                      <a:endParaRPr lang="en-US" sz="15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9144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6E2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5C86B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직업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9144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6E2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33402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IT 회사 개발자</a:t>
                      </a:r>
                      <a:endParaRPr lang="en-US" sz="15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9144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6E2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5C86B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MBTI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9144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6E2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33402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ISTJ</a:t>
                      </a:r>
                      <a:endParaRPr lang="en-US" sz="15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9144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6E2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5C86B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성격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9144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6E2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33402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차분하고 꼼꼼해요</a:t>
                      </a:r>
                      <a:endParaRPr lang="en-US" sz="15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9144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6E2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5C86B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취미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9144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6E2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33402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등산, 캠핑</a:t>
                      </a:r>
                      <a:endParaRPr lang="en-US" sz="15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9144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6E2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5C86B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좋아하는 음식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9144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6E2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33402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된장찌개, 회</a:t>
                      </a:r>
                      <a:endParaRPr lang="en-US" sz="15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9144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6E2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1" type="title" hasCustomPrompt="1"/>
          </p:nvPr>
        </p:nvSpPr>
        <p:spPr>
          <a:xfrm>
            <a:off x="1143000" y="457200"/>
            <a:ext cx="9601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33402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신부 은혜를 소개합니다</a:t>
            </a:r>
            <a:endParaRPr lang="en-US" sz="2800" dirty="0"/>
          </a:p>
        </p:txBody>
      </p:sp>
      <p:sp>
        <p:nvSpPr>
          <p:cNvPr id="4" name="Shape 1"/>
          <p:cNvSpPr/>
          <p:nvPr/>
        </p:nvSpPr>
        <p:spPr>
          <a:xfrm>
            <a:off x="7345375" y="1600200"/>
            <a:ext cx="3931920" cy="4526280"/>
          </a:xfrm>
          <a:prstGeom prst="rect">
            <a:avLst/>
          </a:prstGeom>
          <a:solidFill>
            <a:srgbClr val="FFFFFF"/>
          </a:solidFill>
          <a:ln w="9525">
            <a:solidFill>
              <a:srgbClr val="E4E9DC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4000"/>
              </a:srgbClr>
            </a:outerShdw>
          </a:effectLst>
        </p:spPr>
      </p:sp>
      <p:sp>
        <p:nvSpPr>
          <p:cNvPr id="5" name="사진 칸"/>
          <p:cNvSpPr/>
          <p:nvPr/>
        </p:nvSpPr>
        <p:spPr>
          <a:xfrm>
            <a:off x="7473391" y="1728216"/>
            <a:ext cx="3675888" cy="3895344"/>
          </a:xfrm>
          <a:prstGeom prst="rect">
            <a:avLst/>
          </a:prstGeom>
          <a:solidFill>
            <a:srgbClr val="E2ECD6"/>
          </a:solidFill>
          <a:ln w="12700">
            <a:solidFill>
              <a:srgbClr val="E2ECD6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 rot="-240000">
            <a:off x="8808415" y="1490472"/>
            <a:ext cx="1005840" cy="237744"/>
          </a:xfrm>
          <a:prstGeom prst="rect">
            <a:avLst/>
          </a:prstGeom>
          <a:solidFill>
            <a:srgbClr val="F2A65A">
              <a:alpha val="65000"/>
            </a:srgbClr>
          </a:solidFill>
          <a:ln w="12700">
            <a:solidFill>
              <a:srgbClr val="F2A65A">
                <a:alpha val="65000"/>
              </a:srgbClr>
            </a:solidFill>
            <a:prstDash val="solid"/>
          </a:ln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>
            <a:alphaModFix amt="80000"/>
          </a:blip>
          <a:stretch>
            <a:fillRect/>
          </a:stretch>
        </p:blipFill>
        <p:spPr>
          <a:xfrm>
            <a:off x="9082735" y="3332988"/>
            <a:ext cx="457200" cy="457200"/>
          </a:xfrm>
          <a:prstGeom prst="rect">
            <a:avLst/>
          </a:prstGeom>
        </p:spPr>
      </p:pic>
      <p:sp>
        <p:nvSpPr>
          <p:cNvPr id="8" name="Text 4"/>
          <p:cNvSpPr txBox="1"/>
          <p:nvPr/>
        </p:nvSpPr>
        <p:spPr>
          <a:xfrm>
            <a:off x="7473391" y="3863340"/>
            <a:ext cx="36758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E9A6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신부 사진</a:t>
            </a:r>
            <a:endParaRPr lang="en-US" sz="1100" dirty="0"/>
          </a:p>
        </p:txBody>
      </p:sp>
      <p:sp>
        <p:nvSpPr>
          <p:cNvPr id="9" name="Shape 5"/>
          <p:cNvSpPr/>
          <p:nvPr/>
        </p:nvSpPr>
        <p:spPr>
          <a:xfrm>
            <a:off x="914400" y="1645920"/>
            <a:ext cx="1188720" cy="329184"/>
          </a:xfrm>
          <a:prstGeom prst="roundRect">
            <a:avLst>
              <a:gd name="adj" fmla="val 50000"/>
            </a:avLst>
          </a:prstGeom>
          <a:solidFill>
            <a:srgbClr val="E0806A"/>
          </a:solidFill>
          <a:ln w="12700">
            <a:solidFill>
              <a:srgbClr val="E0806A"/>
            </a:solidFill>
            <a:prstDash val="solid"/>
          </a:ln>
        </p:spPr>
      </p:sp>
      <p:sp>
        <p:nvSpPr>
          <p:cNvPr id="10" name="Text 6"/>
          <p:cNvSpPr txBox="1"/>
          <p:nvPr/>
        </p:nvSpPr>
        <p:spPr>
          <a:xfrm>
            <a:off x="914400" y="1645920"/>
            <a:ext cx="11887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BRIDE</a:t>
            </a:r>
            <a:endParaRPr lang="en-US" sz="120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914400" y="2240280"/>
          <a:ext cx="5852160" cy="914400"/>
        </p:xfrm>
        <a:graphic>
          <a:graphicData uri="http://schemas.openxmlformats.org/drawingml/2006/table">
            <a:tbl>
              <a:tblPr/>
              <a:tblGrid>
                <a:gridCol w="1737360"/>
                <a:gridCol w="4114800"/>
              </a:tblGrid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E0806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이름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9144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6E2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33402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이은혜</a:t>
                      </a:r>
                      <a:endParaRPr lang="en-US" sz="15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9144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6E2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E0806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생년월일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9144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6E2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33402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1996. 08. 22</a:t>
                      </a:r>
                      <a:endParaRPr lang="en-US" sz="15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9144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6E2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E0806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직업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9144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6E2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33402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초등학교 교사</a:t>
                      </a:r>
                      <a:endParaRPr lang="en-US" sz="15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9144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6E2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E0806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MBTI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9144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6E2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33402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ENFP</a:t>
                      </a:r>
                      <a:endParaRPr lang="en-US" sz="15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9144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6E2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E0806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성격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9144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6E2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33402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밝고 다정해요</a:t>
                      </a:r>
                      <a:endParaRPr lang="en-US" sz="15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9144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6E2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E0806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취미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9144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6E2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33402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베이킹, 여행</a:t>
                      </a:r>
                      <a:endParaRPr lang="en-US" sz="15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9144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6E2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E0806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좋아하는 음식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9144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6E2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33402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파스타, 떡볶이</a:t>
                      </a:r>
                      <a:endParaRPr lang="en-US" sz="15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9144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6E2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1" type="title" hasCustomPrompt="1"/>
          </p:nvPr>
        </p:nvSpPr>
        <p:spPr>
          <a:xfrm>
            <a:off x="1143000" y="457200"/>
            <a:ext cx="9601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33402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철수네 가족을 소개합니다</a:t>
            </a:r>
            <a:endParaRPr lang="en-US" sz="2800" dirty="0"/>
          </a:p>
        </p:txBody>
      </p:sp>
      <p:sp>
        <p:nvSpPr>
          <p:cNvPr id="4" name="Shape 1"/>
          <p:cNvSpPr/>
          <p:nvPr/>
        </p:nvSpPr>
        <p:spPr>
          <a:xfrm>
            <a:off x="998182" y="1691640"/>
            <a:ext cx="2148840" cy="2651760"/>
          </a:xfrm>
          <a:prstGeom prst="rect">
            <a:avLst/>
          </a:prstGeom>
          <a:solidFill>
            <a:srgbClr val="FFFFFF"/>
          </a:solidFill>
          <a:ln w="9525">
            <a:solidFill>
              <a:srgbClr val="E4E9DC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4000"/>
              </a:srgbClr>
            </a:outerShdw>
          </a:effectLst>
        </p:spPr>
      </p:sp>
      <p:sp>
        <p:nvSpPr>
          <p:cNvPr id="5" name="사진 칸"/>
          <p:cNvSpPr/>
          <p:nvPr/>
        </p:nvSpPr>
        <p:spPr>
          <a:xfrm>
            <a:off x="1126198" y="1819656"/>
            <a:ext cx="1892808" cy="2046427"/>
          </a:xfrm>
          <a:prstGeom prst="rect">
            <a:avLst/>
          </a:prstGeom>
          <a:solidFill>
            <a:srgbClr val="E2ECD6"/>
          </a:solidFill>
          <a:ln w="12700">
            <a:solidFill>
              <a:srgbClr val="E2ECD6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 rot="-240000">
            <a:off x="1599857" y="1581912"/>
            <a:ext cx="945490" cy="237744"/>
          </a:xfrm>
          <a:prstGeom prst="rect">
            <a:avLst/>
          </a:prstGeom>
          <a:solidFill>
            <a:srgbClr val="F2A65A">
              <a:alpha val="65000"/>
            </a:srgbClr>
          </a:solidFill>
          <a:ln w="12700">
            <a:solidFill>
              <a:srgbClr val="F2A65A">
                <a:alpha val="65000"/>
              </a:srgbClr>
            </a:solidFill>
            <a:prstDash val="solid"/>
          </a:ln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>
            <a:alphaModFix amt="80000"/>
          </a:blip>
          <a:stretch>
            <a:fillRect/>
          </a:stretch>
        </p:blipFill>
        <p:spPr>
          <a:xfrm>
            <a:off x="1864393" y="2530556"/>
            <a:ext cx="416418" cy="416418"/>
          </a:xfrm>
          <a:prstGeom prst="rect">
            <a:avLst/>
          </a:prstGeom>
        </p:spPr>
      </p:pic>
      <p:sp>
        <p:nvSpPr>
          <p:cNvPr id="8" name="Text 4"/>
          <p:cNvSpPr txBox="1"/>
          <p:nvPr/>
        </p:nvSpPr>
        <p:spPr>
          <a:xfrm>
            <a:off x="1126198" y="3020126"/>
            <a:ext cx="18928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E9A6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아버지</a:t>
            </a:r>
            <a:endParaRPr lang="en-US" sz="1100" dirty="0"/>
          </a:p>
        </p:txBody>
      </p:sp>
      <p:sp>
        <p:nvSpPr>
          <p:cNvPr id="9" name="Text 5"/>
          <p:cNvSpPr txBox="1"/>
          <p:nvPr/>
        </p:nvSpPr>
        <p:spPr>
          <a:xfrm>
            <a:off x="822960" y="3904488"/>
            <a:ext cx="249928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5C86B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아버지  </a:t>
            </a:r>
            <a:pPr algn="ctr" indent="0" marL="0">
              <a:buNone/>
            </a:pPr>
            <a:r>
              <a:rPr lang="en-US" sz="1600" b="1" dirty="0">
                <a:solidFill>
                  <a:srgbClr val="33402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김○○</a:t>
            </a:r>
            <a:endParaRPr lang="en-US" sz="1600" dirty="0"/>
          </a:p>
        </p:txBody>
      </p:sp>
      <p:sp>
        <p:nvSpPr>
          <p:cNvPr id="10" name="Text 6"/>
          <p:cNvSpPr txBox="1"/>
          <p:nvPr/>
        </p:nvSpPr>
        <p:spPr>
          <a:xfrm>
            <a:off x="868680" y="4526280"/>
            <a:ext cx="2407844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6B786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주말마다 산에 오르시는</a:t>
            </a:r>
            <a:endParaRPr lang="en-US" sz="1200" dirty="0"/>
          </a:p>
          <a:p>
            <a:pPr algn="ctr"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6B786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든든한 아버지</a:t>
            </a:r>
            <a:endParaRPr lang="en-US" sz="1200" dirty="0"/>
          </a:p>
        </p:txBody>
      </p:sp>
      <p:sp>
        <p:nvSpPr>
          <p:cNvPr id="11" name="Shape 7"/>
          <p:cNvSpPr/>
          <p:nvPr/>
        </p:nvSpPr>
        <p:spPr>
          <a:xfrm>
            <a:off x="3680346" y="1691640"/>
            <a:ext cx="2148840" cy="2651760"/>
          </a:xfrm>
          <a:prstGeom prst="rect">
            <a:avLst/>
          </a:prstGeom>
          <a:solidFill>
            <a:srgbClr val="FFFFFF"/>
          </a:solidFill>
          <a:ln w="9525">
            <a:solidFill>
              <a:srgbClr val="E4E9DC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4000"/>
              </a:srgbClr>
            </a:outerShdw>
          </a:effectLst>
        </p:spPr>
      </p:sp>
      <p:sp>
        <p:nvSpPr>
          <p:cNvPr id="12" name="사진 칸"/>
          <p:cNvSpPr/>
          <p:nvPr/>
        </p:nvSpPr>
        <p:spPr>
          <a:xfrm>
            <a:off x="3808362" y="1819656"/>
            <a:ext cx="1892808" cy="2046427"/>
          </a:xfrm>
          <a:prstGeom prst="rect">
            <a:avLst/>
          </a:prstGeom>
          <a:solidFill>
            <a:srgbClr val="E2ECD6"/>
          </a:solidFill>
          <a:ln w="12700">
            <a:solidFill>
              <a:srgbClr val="E2ECD6"/>
            </a:solidFill>
            <a:prstDash val="solid"/>
          </a:ln>
        </p:spPr>
      </p:sp>
      <p:sp>
        <p:nvSpPr>
          <p:cNvPr id="13" name="Shape 9"/>
          <p:cNvSpPr/>
          <p:nvPr/>
        </p:nvSpPr>
        <p:spPr>
          <a:xfrm rot="240000">
            <a:off x="4282021" y="1581912"/>
            <a:ext cx="945490" cy="237744"/>
          </a:xfrm>
          <a:prstGeom prst="rect">
            <a:avLst/>
          </a:prstGeom>
          <a:solidFill>
            <a:srgbClr val="F2A65A">
              <a:alpha val="65000"/>
            </a:srgbClr>
          </a:solidFill>
          <a:ln w="12700">
            <a:solidFill>
              <a:srgbClr val="F2A65A">
                <a:alpha val="65000"/>
              </a:srgbClr>
            </a:solidFill>
            <a:prstDash val="solid"/>
          </a:ln>
        </p:spPr>
      </p:sp>
      <p:pic>
        <p:nvPicPr>
          <p:cNvPr id="14" name="Image 1" descr="preencoded.png">    </p:cNvPr>
          <p:cNvPicPr>
            <a:picLocks noChangeAspect="1"/>
          </p:cNvPicPr>
          <p:nvPr/>
        </p:nvPicPr>
        <p:blipFill>
          <a:blip r:embed="rId2">
            <a:alphaModFix amt="80000"/>
          </a:blip>
          <a:stretch>
            <a:fillRect/>
          </a:stretch>
        </p:blipFill>
        <p:spPr>
          <a:xfrm>
            <a:off x="4546557" y="2530556"/>
            <a:ext cx="416418" cy="416418"/>
          </a:xfrm>
          <a:prstGeom prst="rect">
            <a:avLst/>
          </a:prstGeom>
        </p:spPr>
      </p:pic>
      <p:sp>
        <p:nvSpPr>
          <p:cNvPr id="15" name="Text 10"/>
          <p:cNvSpPr txBox="1"/>
          <p:nvPr/>
        </p:nvSpPr>
        <p:spPr>
          <a:xfrm>
            <a:off x="3808362" y="3020126"/>
            <a:ext cx="18928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E9A6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어머니</a:t>
            </a:r>
            <a:endParaRPr lang="en-US" sz="1100" dirty="0"/>
          </a:p>
        </p:txBody>
      </p:sp>
      <p:sp>
        <p:nvSpPr>
          <p:cNvPr id="16" name="Text 11"/>
          <p:cNvSpPr txBox="1"/>
          <p:nvPr/>
        </p:nvSpPr>
        <p:spPr>
          <a:xfrm>
            <a:off x="3505124" y="3904488"/>
            <a:ext cx="249928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5C86B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어머니  </a:t>
            </a:r>
            <a:pPr algn="ctr" indent="0" marL="0">
              <a:buNone/>
            </a:pPr>
            <a:r>
              <a:rPr lang="en-US" sz="1600" b="1" dirty="0">
                <a:solidFill>
                  <a:srgbClr val="33402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박○○</a:t>
            </a:r>
            <a:endParaRPr lang="en-US" sz="1600" dirty="0"/>
          </a:p>
        </p:txBody>
      </p:sp>
      <p:sp>
        <p:nvSpPr>
          <p:cNvPr id="17" name="Text 12"/>
          <p:cNvSpPr txBox="1"/>
          <p:nvPr/>
        </p:nvSpPr>
        <p:spPr>
          <a:xfrm>
            <a:off x="3550844" y="4526280"/>
            <a:ext cx="2407844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6B786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요리 솜씨가 좋으신</a:t>
            </a:r>
            <a:endParaRPr lang="en-US" sz="1200" dirty="0"/>
          </a:p>
          <a:p>
            <a:pPr algn="ctr"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6B786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다정한 어머니</a:t>
            </a:r>
            <a:endParaRPr lang="en-US" sz="1200" dirty="0"/>
          </a:p>
        </p:txBody>
      </p:sp>
      <p:sp>
        <p:nvSpPr>
          <p:cNvPr id="18" name="Shape 13"/>
          <p:cNvSpPr/>
          <p:nvPr/>
        </p:nvSpPr>
        <p:spPr>
          <a:xfrm>
            <a:off x="6362510" y="1691640"/>
            <a:ext cx="2148840" cy="2651760"/>
          </a:xfrm>
          <a:prstGeom prst="rect">
            <a:avLst/>
          </a:prstGeom>
          <a:solidFill>
            <a:srgbClr val="FFFFFF"/>
          </a:solidFill>
          <a:ln w="9525">
            <a:solidFill>
              <a:srgbClr val="E4E9DC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4000"/>
              </a:srgbClr>
            </a:outerShdw>
          </a:effectLst>
        </p:spPr>
      </p:sp>
      <p:sp>
        <p:nvSpPr>
          <p:cNvPr id="19" name="사진 칸"/>
          <p:cNvSpPr/>
          <p:nvPr/>
        </p:nvSpPr>
        <p:spPr>
          <a:xfrm>
            <a:off x="6490526" y="1819656"/>
            <a:ext cx="1892808" cy="2046427"/>
          </a:xfrm>
          <a:prstGeom prst="rect">
            <a:avLst/>
          </a:prstGeom>
          <a:solidFill>
            <a:srgbClr val="E2ECD6"/>
          </a:solidFill>
          <a:ln w="12700">
            <a:solidFill>
              <a:srgbClr val="E2ECD6"/>
            </a:solidFill>
            <a:prstDash val="solid"/>
          </a:ln>
        </p:spPr>
      </p:sp>
      <p:sp>
        <p:nvSpPr>
          <p:cNvPr id="20" name="Shape 15"/>
          <p:cNvSpPr/>
          <p:nvPr/>
        </p:nvSpPr>
        <p:spPr>
          <a:xfrm rot="-240000">
            <a:off x="6964185" y="1581912"/>
            <a:ext cx="945490" cy="237744"/>
          </a:xfrm>
          <a:prstGeom prst="rect">
            <a:avLst/>
          </a:prstGeom>
          <a:solidFill>
            <a:srgbClr val="F2A65A">
              <a:alpha val="65000"/>
            </a:srgbClr>
          </a:solidFill>
          <a:ln w="12700">
            <a:solidFill>
              <a:srgbClr val="F2A65A">
                <a:alpha val="65000"/>
              </a:srgbClr>
            </a:solidFill>
            <a:prstDash val="solid"/>
          </a:ln>
        </p:spPr>
      </p:sp>
      <p:pic>
        <p:nvPicPr>
          <p:cNvPr id="21" name="Image 2" descr="preencoded.png">    </p:cNvPr>
          <p:cNvPicPr>
            <a:picLocks noChangeAspect="1"/>
          </p:cNvPicPr>
          <p:nvPr/>
        </p:nvPicPr>
        <p:blipFill>
          <a:blip r:embed="rId3">
            <a:alphaModFix amt="80000"/>
          </a:blip>
          <a:stretch>
            <a:fillRect/>
          </a:stretch>
        </p:blipFill>
        <p:spPr>
          <a:xfrm>
            <a:off x="7228721" y="2530556"/>
            <a:ext cx="416418" cy="416418"/>
          </a:xfrm>
          <a:prstGeom prst="rect">
            <a:avLst/>
          </a:prstGeom>
        </p:spPr>
      </p:pic>
      <p:sp>
        <p:nvSpPr>
          <p:cNvPr id="22" name="Text 16"/>
          <p:cNvSpPr txBox="1"/>
          <p:nvPr/>
        </p:nvSpPr>
        <p:spPr>
          <a:xfrm>
            <a:off x="6490526" y="3020126"/>
            <a:ext cx="18928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E9A6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형</a:t>
            </a:r>
            <a:endParaRPr lang="en-US" sz="1100" dirty="0"/>
          </a:p>
        </p:txBody>
      </p:sp>
      <p:sp>
        <p:nvSpPr>
          <p:cNvPr id="23" name="Text 17"/>
          <p:cNvSpPr txBox="1"/>
          <p:nvPr/>
        </p:nvSpPr>
        <p:spPr>
          <a:xfrm>
            <a:off x="6187288" y="3904488"/>
            <a:ext cx="249928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5C86B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형  </a:t>
            </a:r>
            <a:pPr algn="ctr" indent="0" marL="0">
              <a:buNone/>
            </a:pPr>
            <a:r>
              <a:rPr lang="en-US" sz="1600" b="1" dirty="0">
                <a:solidFill>
                  <a:srgbClr val="33402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김○○</a:t>
            </a:r>
            <a:endParaRPr lang="en-US" sz="1600" dirty="0"/>
          </a:p>
        </p:txBody>
      </p:sp>
      <p:sp>
        <p:nvSpPr>
          <p:cNvPr id="24" name="Text 18"/>
          <p:cNvSpPr txBox="1"/>
          <p:nvPr/>
        </p:nvSpPr>
        <p:spPr>
          <a:xfrm>
            <a:off x="6233008" y="4526280"/>
            <a:ext cx="2407844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6B786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조카 바보,</a:t>
            </a:r>
            <a:endParaRPr lang="en-US" sz="1200" dirty="0"/>
          </a:p>
          <a:p>
            <a:pPr algn="ctr"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6B786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듬직한 형</a:t>
            </a:r>
            <a:endParaRPr lang="en-US" sz="1200" dirty="0"/>
          </a:p>
        </p:txBody>
      </p:sp>
      <p:sp>
        <p:nvSpPr>
          <p:cNvPr id="25" name="Shape 19"/>
          <p:cNvSpPr/>
          <p:nvPr/>
        </p:nvSpPr>
        <p:spPr>
          <a:xfrm>
            <a:off x="9044673" y="1691640"/>
            <a:ext cx="2148840" cy="2651760"/>
          </a:xfrm>
          <a:prstGeom prst="rect">
            <a:avLst/>
          </a:prstGeom>
          <a:solidFill>
            <a:srgbClr val="FFFFFF"/>
          </a:solidFill>
          <a:ln w="9525">
            <a:solidFill>
              <a:srgbClr val="E4E9DC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4000"/>
              </a:srgbClr>
            </a:outerShdw>
          </a:effectLst>
        </p:spPr>
      </p:sp>
      <p:sp>
        <p:nvSpPr>
          <p:cNvPr id="26" name="사진 칸"/>
          <p:cNvSpPr/>
          <p:nvPr/>
        </p:nvSpPr>
        <p:spPr>
          <a:xfrm>
            <a:off x="9172689" y="1819656"/>
            <a:ext cx="1892808" cy="2046427"/>
          </a:xfrm>
          <a:prstGeom prst="rect">
            <a:avLst/>
          </a:prstGeom>
          <a:solidFill>
            <a:srgbClr val="E2ECD6"/>
          </a:solidFill>
          <a:ln w="12700">
            <a:solidFill>
              <a:srgbClr val="E2ECD6"/>
            </a:solidFill>
            <a:prstDash val="solid"/>
          </a:ln>
        </p:spPr>
      </p:sp>
      <p:sp>
        <p:nvSpPr>
          <p:cNvPr id="27" name="Shape 21"/>
          <p:cNvSpPr/>
          <p:nvPr/>
        </p:nvSpPr>
        <p:spPr>
          <a:xfrm rot="240000">
            <a:off x="9646349" y="1581912"/>
            <a:ext cx="945490" cy="237744"/>
          </a:xfrm>
          <a:prstGeom prst="rect">
            <a:avLst/>
          </a:prstGeom>
          <a:solidFill>
            <a:srgbClr val="F2A65A">
              <a:alpha val="65000"/>
            </a:srgbClr>
          </a:solidFill>
          <a:ln w="12700">
            <a:solidFill>
              <a:srgbClr val="F2A65A">
                <a:alpha val="65000"/>
              </a:srgbClr>
            </a:solidFill>
            <a:prstDash val="solid"/>
          </a:ln>
        </p:spPr>
      </p:sp>
      <p:pic>
        <p:nvPicPr>
          <p:cNvPr id="28" name="Image 3" descr="preencoded.png">    </p:cNvPr>
          <p:cNvPicPr>
            <a:picLocks noChangeAspect="1"/>
          </p:cNvPicPr>
          <p:nvPr/>
        </p:nvPicPr>
        <p:blipFill>
          <a:blip r:embed="rId4">
            <a:alphaModFix amt="80000"/>
          </a:blip>
          <a:stretch>
            <a:fillRect/>
          </a:stretch>
        </p:blipFill>
        <p:spPr>
          <a:xfrm>
            <a:off x="9910884" y="2530556"/>
            <a:ext cx="416418" cy="416418"/>
          </a:xfrm>
          <a:prstGeom prst="rect">
            <a:avLst/>
          </a:prstGeom>
        </p:spPr>
      </p:pic>
      <p:sp>
        <p:nvSpPr>
          <p:cNvPr id="29" name="Text 22"/>
          <p:cNvSpPr txBox="1"/>
          <p:nvPr/>
        </p:nvSpPr>
        <p:spPr>
          <a:xfrm>
            <a:off x="9172689" y="3020126"/>
            <a:ext cx="18928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E9A6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형수</a:t>
            </a:r>
            <a:endParaRPr lang="en-US" sz="1100" dirty="0"/>
          </a:p>
        </p:txBody>
      </p:sp>
      <p:sp>
        <p:nvSpPr>
          <p:cNvPr id="30" name="Text 23"/>
          <p:cNvSpPr txBox="1"/>
          <p:nvPr/>
        </p:nvSpPr>
        <p:spPr>
          <a:xfrm>
            <a:off x="8869451" y="3904488"/>
            <a:ext cx="249928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5C86B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형수  </a:t>
            </a:r>
            <a:pPr algn="ctr" indent="0" marL="0">
              <a:buNone/>
            </a:pPr>
            <a:r>
              <a:rPr lang="en-US" sz="1600" b="1" dirty="0">
                <a:solidFill>
                  <a:srgbClr val="33402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최○○</a:t>
            </a:r>
            <a:endParaRPr lang="en-US" sz="1600" dirty="0"/>
          </a:p>
        </p:txBody>
      </p:sp>
      <p:sp>
        <p:nvSpPr>
          <p:cNvPr id="31" name="Text 24"/>
          <p:cNvSpPr txBox="1"/>
          <p:nvPr/>
        </p:nvSpPr>
        <p:spPr>
          <a:xfrm>
            <a:off x="8915171" y="4526280"/>
            <a:ext cx="2407844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6B786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늘 먼저 챙겨 주는</a:t>
            </a:r>
            <a:endParaRPr lang="en-US" sz="1200" dirty="0"/>
          </a:p>
          <a:p>
            <a:pPr algn="ctr"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6B786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고마운 형수님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1" type="title" hasCustomPrompt="1"/>
          </p:nvPr>
        </p:nvSpPr>
        <p:spPr>
          <a:xfrm>
            <a:off x="1143000" y="457200"/>
            <a:ext cx="9601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33402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은혜네 가족을 소개합니다</a:t>
            </a:r>
            <a:endParaRPr lang="en-US" sz="2800" dirty="0"/>
          </a:p>
        </p:txBody>
      </p:sp>
      <p:sp>
        <p:nvSpPr>
          <p:cNvPr id="4" name="Shape 1"/>
          <p:cNvSpPr/>
          <p:nvPr/>
        </p:nvSpPr>
        <p:spPr>
          <a:xfrm>
            <a:off x="998182" y="1691640"/>
            <a:ext cx="2148840" cy="2651760"/>
          </a:xfrm>
          <a:prstGeom prst="rect">
            <a:avLst/>
          </a:prstGeom>
          <a:solidFill>
            <a:srgbClr val="FFFFFF"/>
          </a:solidFill>
          <a:ln w="9525">
            <a:solidFill>
              <a:srgbClr val="E4E9DC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4000"/>
              </a:srgbClr>
            </a:outerShdw>
          </a:effectLst>
        </p:spPr>
      </p:sp>
      <p:sp>
        <p:nvSpPr>
          <p:cNvPr id="5" name="사진 칸"/>
          <p:cNvSpPr/>
          <p:nvPr/>
        </p:nvSpPr>
        <p:spPr>
          <a:xfrm>
            <a:off x="1126198" y="1819656"/>
            <a:ext cx="1892808" cy="2046427"/>
          </a:xfrm>
          <a:prstGeom prst="rect">
            <a:avLst/>
          </a:prstGeom>
          <a:solidFill>
            <a:srgbClr val="E2ECD6"/>
          </a:solidFill>
          <a:ln w="12700">
            <a:solidFill>
              <a:srgbClr val="E2ECD6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 rot="-240000">
            <a:off x="1599857" y="1581912"/>
            <a:ext cx="945490" cy="237744"/>
          </a:xfrm>
          <a:prstGeom prst="rect">
            <a:avLst/>
          </a:prstGeom>
          <a:solidFill>
            <a:srgbClr val="F2A65A">
              <a:alpha val="65000"/>
            </a:srgbClr>
          </a:solidFill>
          <a:ln w="12700">
            <a:solidFill>
              <a:srgbClr val="F2A65A">
                <a:alpha val="65000"/>
              </a:srgbClr>
            </a:solidFill>
            <a:prstDash val="solid"/>
          </a:ln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>
            <a:alphaModFix amt="80000"/>
          </a:blip>
          <a:stretch>
            <a:fillRect/>
          </a:stretch>
        </p:blipFill>
        <p:spPr>
          <a:xfrm>
            <a:off x="1864393" y="2530556"/>
            <a:ext cx="416418" cy="416418"/>
          </a:xfrm>
          <a:prstGeom prst="rect">
            <a:avLst/>
          </a:prstGeom>
        </p:spPr>
      </p:pic>
      <p:sp>
        <p:nvSpPr>
          <p:cNvPr id="8" name="Text 4"/>
          <p:cNvSpPr txBox="1"/>
          <p:nvPr/>
        </p:nvSpPr>
        <p:spPr>
          <a:xfrm>
            <a:off x="1126198" y="3020126"/>
            <a:ext cx="18928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E9A6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아버지</a:t>
            </a:r>
            <a:endParaRPr lang="en-US" sz="1100" dirty="0"/>
          </a:p>
        </p:txBody>
      </p:sp>
      <p:sp>
        <p:nvSpPr>
          <p:cNvPr id="9" name="Text 5"/>
          <p:cNvSpPr txBox="1"/>
          <p:nvPr/>
        </p:nvSpPr>
        <p:spPr>
          <a:xfrm>
            <a:off x="822960" y="3904488"/>
            <a:ext cx="249928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E0806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아버지  </a:t>
            </a:r>
            <a:pPr algn="ctr" indent="0" marL="0">
              <a:buNone/>
            </a:pPr>
            <a:r>
              <a:rPr lang="en-US" sz="1600" b="1" dirty="0">
                <a:solidFill>
                  <a:srgbClr val="33402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이○○</a:t>
            </a:r>
            <a:endParaRPr lang="en-US" sz="1600" dirty="0"/>
          </a:p>
        </p:txBody>
      </p:sp>
      <p:sp>
        <p:nvSpPr>
          <p:cNvPr id="10" name="Text 6"/>
          <p:cNvSpPr txBox="1"/>
          <p:nvPr/>
        </p:nvSpPr>
        <p:spPr>
          <a:xfrm>
            <a:off x="868680" y="4526280"/>
            <a:ext cx="2407844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6B786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말수는 적어도</a:t>
            </a:r>
            <a:endParaRPr lang="en-US" sz="1200" dirty="0"/>
          </a:p>
          <a:p>
            <a:pPr algn="ctr"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6B786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정이 많으신 아버지</a:t>
            </a:r>
            <a:endParaRPr lang="en-US" sz="1200" dirty="0"/>
          </a:p>
        </p:txBody>
      </p:sp>
      <p:sp>
        <p:nvSpPr>
          <p:cNvPr id="11" name="Shape 7"/>
          <p:cNvSpPr/>
          <p:nvPr/>
        </p:nvSpPr>
        <p:spPr>
          <a:xfrm>
            <a:off x="3680346" y="1691640"/>
            <a:ext cx="2148840" cy="2651760"/>
          </a:xfrm>
          <a:prstGeom prst="rect">
            <a:avLst/>
          </a:prstGeom>
          <a:solidFill>
            <a:srgbClr val="FFFFFF"/>
          </a:solidFill>
          <a:ln w="9525">
            <a:solidFill>
              <a:srgbClr val="E4E9DC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4000"/>
              </a:srgbClr>
            </a:outerShdw>
          </a:effectLst>
        </p:spPr>
      </p:sp>
      <p:sp>
        <p:nvSpPr>
          <p:cNvPr id="12" name="사진 칸"/>
          <p:cNvSpPr/>
          <p:nvPr/>
        </p:nvSpPr>
        <p:spPr>
          <a:xfrm>
            <a:off x="3808362" y="1819656"/>
            <a:ext cx="1892808" cy="2046427"/>
          </a:xfrm>
          <a:prstGeom prst="rect">
            <a:avLst/>
          </a:prstGeom>
          <a:solidFill>
            <a:srgbClr val="E2ECD6"/>
          </a:solidFill>
          <a:ln w="12700">
            <a:solidFill>
              <a:srgbClr val="E2ECD6"/>
            </a:solidFill>
            <a:prstDash val="solid"/>
          </a:ln>
        </p:spPr>
      </p:sp>
      <p:sp>
        <p:nvSpPr>
          <p:cNvPr id="13" name="Shape 9"/>
          <p:cNvSpPr/>
          <p:nvPr/>
        </p:nvSpPr>
        <p:spPr>
          <a:xfrm rot="240000">
            <a:off x="4282021" y="1581912"/>
            <a:ext cx="945490" cy="237744"/>
          </a:xfrm>
          <a:prstGeom prst="rect">
            <a:avLst/>
          </a:prstGeom>
          <a:solidFill>
            <a:srgbClr val="F2A65A">
              <a:alpha val="65000"/>
            </a:srgbClr>
          </a:solidFill>
          <a:ln w="12700">
            <a:solidFill>
              <a:srgbClr val="F2A65A">
                <a:alpha val="65000"/>
              </a:srgbClr>
            </a:solidFill>
            <a:prstDash val="solid"/>
          </a:ln>
        </p:spPr>
      </p:sp>
      <p:pic>
        <p:nvPicPr>
          <p:cNvPr id="14" name="Image 1" descr="preencoded.png">    </p:cNvPr>
          <p:cNvPicPr>
            <a:picLocks noChangeAspect="1"/>
          </p:cNvPicPr>
          <p:nvPr/>
        </p:nvPicPr>
        <p:blipFill>
          <a:blip r:embed="rId2">
            <a:alphaModFix amt="80000"/>
          </a:blip>
          <a:stretch>
            <a:fillRect/>
          </a:stretch>
        </p:blipFill>
        <p:spPr>
          <a:xfrm>
            <a:off x="4546557" y="2530556"/>
            <a:ext cx="416418" cy="416418"/>
          </a:xfrm>
          <a:prstGeom prst="rect">
            <a:avLst/>
          </a:prstGeom>
        </p:spPr>
      </p:pic>
      <p:sp>
        <p:nvSpPr>
          <p:cNvPr id="15" name="Text 10"/>
          <p:cNvSpPr txBox="1"/>
          <p:nvPr/>
        </p:nvSpPr>
        <p:spPr>
          <a:xfrm>
            <a:off x="3808362" y="3020126"/>
            <a:ext cx="18928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E9A6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어머니</a:t>
            </a:r>
            <a:endParaRPr lang="en-US" sz="1100" dirty="0"/>
          </a:p>
        </p:txBody>
      </p:sp>
      <p:sp>
        <p:nvSpPr>
          <p:cNvPr id="16" name="Text 11"/>
          <p:cNvSpPr txBox="1"/>
          <p:nvPr/>
        </p:nvSpPr>
        <p:spPr>
          <a:xfrm>
            <a:off x="3505124" y="3904488"/>
            <a:ext cx="249928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E0806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어머니  </a:t>
            </a:r>
            <a:pPr algn="ctr" indent="0" marL="0">
              <a:buNone/>
            </a:pPr>
            <a:r>
              <a:rPr lang="en-US" sz="1600" b="1" dirty="0">
                <a:solidFill>
                  <a:srgbClr val="33402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정○○</a:t>
            </a:r>
            <a:endParaRPr lang="en-US" sz="1600" dirty="0"/>
          </a:p>
        </p:txBody>
      </p:sp>
      <p:sp>
        <p:nvSpPr>
          <p:cNvPr id="17" name="Text 12"/>
          <p:cNvSpPr txBox="1"/>
          <p:nvPr/>
        </p:nvSpPr>
        <p:spPr>
          <a:xfrm>
            <a:off x="3550844" y="4526280"/>
            <a:ext cx="2407844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6B786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웃음이 많은</a:t>
            </a:r>
            <a:endParaRPr lang="en-US" sz="1200" dirty="0"/>
          </a:p>
          <a:p>
            <a:pPr algn="ctr"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6B786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우리 집 분위기 메이커</a:t>
            </a:r>
            <a:endParaRPr lang="en-US" sz="1200" dirty="0"/>
          </a:p>
        </p:txBody>
      </p:sp>
      <p:sp>
        <p:nvSpPr>
          <p:cNvPr id="18" name="Shape 13"/>
          <p:cNvSpPr/>
          <p:nvPr/>
        </p:nvSpPr>
        <p:spPr>
          <a:xfrm>
            <a:off x="6362510" y="1691640"/>
            <a:ext cx="2148840" cy="2651760"/>
          </a:xfrm>
          <a:prstGeom prst="rect">
            <a:avLst/>
          </a:prstGeom>
          <a:solidFill>
            <a:srgbClr val="FFFFFF"/>
          </a:solidFill>
          <a:ln w="9525">
            <a:solidFill>
              <a:srgbClr val="E4E9DC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4000"/>
              </a:srgbClr>
            </a:outerShdw>
          </a:effectLst>
        </p:spPr>
      </p:sp>
      <p:sp>
        <p:nvSpPr>
          <p:cNvPr id="19" name="사진 칸"/>
          <p:cNvSpPr/>
          <p:nvPr/>
        </p:nvSpPr>
        <p:spPr>
          <a:xfrm>
            <a:off x="6490526" y="1819656"/>
            <a:ext cx="1892808" cy="2046427"/>
          </a:xfrm>
          <a:prstGeom prst="rect">
            <a:avLst/>
          </a:prstGeom>
          <a:solidFill>
            <a:srgbClr val="E2ECD6"/>
          </a:solidFill>
          <a:ln w="12700">
            <a:solidFill>
              <a:srgbClr val="E2ECD6"/>
            </a:solidFill>
            <a:prstDash val="solid"/>
          </a:ln>
        </p:spPr>
      </p:sp>
      <p:sp>
        <p:nvSpPr>
          <p:cNvPr id="20" name="Shape 15"/>
          <p:cNvSpPr/>
          <p:nvPr/>
        </p:nvSpPr>
        <p:spPr>
          <a:xfrm rot="-240000">
            <a:off x="6964185" y="1581912"/>
            <a:ext cx="945490" cy="237744"/>
          </a:xfrm>
          <a:prstGeom prst="rect">
            <a:avLst/>
          </a:prstGeom>
          <a:solidFill>
            <a:srgbClr val="F2A65A">
              <a:alpha val="65000"/>
            </a:srgbClr>
          </a:solidFill>
          <a:ln w="12700">
            <a:solidFill>
              <a:srgbClr val="F2A65A">
                <a:alpha val="65000"/>
              </a:srgbClr>
            </a:solidFill>
            <a:prstDash val="solid"/>
          </a:ln>
        </p:spPr>
      </p:sp>
      <p:pic>
        <p:nvPicPr>
          <p:cNvPr id="21" name="Image 2" descr="preencoded.png">    </p:cNvPr>
          <p:cNvPicPr>
            <a:picLocks noChangeAspect="1"/>
          </p:cNvPicPr>
          <p:nvPr/>
        </p:nvPicPr>
        <p:blipFill>
          <a:blip r:embed="rId3">
            <a:alphaModFix amt="80000"/>
          </a:blip>
          <a:stretch>
            <a:fillRect/>
          </a:stretch>
        </p:blipFill>
        <p:spPr>
          <a:xfrm>
            <a:off x="7228721" y="2530556"/>
            <a:ext cx="416418" cy="416418"/>
          </a:xfrm>
          <a:prstGeom prst="rect">
            <a:avLst/>
          </a:prstGeom>
        </p:spPr>
      </p:pic>
      <p:sp>
        <p:nvSpPr>
          <p:cNvPr id="22" name="Text 16"/>
          <p:cNvSpPr txBox="1"/>
          <p:nvPr/>
        </p:nvSpPr>
        <p:spPr>
          <a:xfrm>
            <a:off x="6490526" y="3020126"/>
            <a:ext cx="18928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E9A6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언니</a:t>
            </a:r>
            <a:endParaRPr lang="en-US" sz="1100" dirty="0"/>
          </a:p>
        </p:txBody>
      </p:sp>
      <p:sp>
        <p:nvSpPr>
          <p:cNvPr id="23" name="Text 17"/>
          <p:cNvSpPr txBox="1"/>
          <p:nvPr/>
        </p:nvSpPr>
        <p:spPr>
          <a:xfrm>
            <a:off x="6187288" y="3904488"/>
            <a:ext cx="249928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E0806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언니  </a:t>
            </a:r>
            <a:pPr algn="ctr" indent="0" marL="0">
              <a:buNone/>
            </a:pPr>
            <a:r>
              <a:rPr lang="en-US" sz="1600" b="1" dirty="0">
                <a:solidFill>
                  <a:srgbClr val="33402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이○○</a:t>
            </a:r>
            <a:endParaRPr lang="en-US" sz="1600" dirty="0"/>
          </a:p>
        </p:txBody>
      </p:sp>
      <p:sp>
        <p:nvSpPr>
          <p:cNvPr id="24" name="Text 18"/>
          <p:cNvSpPr txBox="1"/>
          <p:nvPr/>
        </p:nvSpPr>
        <p:spPr>
          <a:xfrm>
            <a:off x="6233008" y="4526280"/>
            <a:ext cx="2407844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6B786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제일 친한 친구 같은</a:t>
            </a:r>
            <a:endParaRPr lang="en-US" sz="1200" dirty="0"/>
          </a:p>
          <a:p>
            <a:pPr algn="ctr"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6B786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든든한 언니</a:t>
            </a:r>
            <a:endParaRPr lang="en-US" sz="1200" dirty="0"/>
          </a:p>
        </p:txBody>
      </p:sp>
      <p:sp>
        <p:nvSpPr>
          <p:cNvPr id="25" name="Shape 19"/>
          <p:cNvSpPr/>
          <p:nvPr/>
        </p:nvSpPr>
        <p:spPr>
          <a:xfrm>
            <a:off x="9044673" y="1691640"/>
            <a:ext cx="2148840" cy="2651760"/>
          </a:xfrm>
          <a:prstGeom prst="rect">
            <a:avLst/>
          </a:prstGeom>
          <a:solidFill>
            <a:srgbClr val="FFFFFF"/>
          </a:solidFill>
          <a:ln w="9525">
            <a:solidFill>
              <a:srgbClr val="E4E9DC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4000"/>
              </a:srgbClr>
            </a:outerShdw>
          </a:effectLst>
        </p:spPr>
      </p:sp>
      <p:sp>
        <p:nvSpPr>
          <p:cNvPr id="26" name="사진 칸"/>
          <p:cNvSpPr/>
          <p:nvPr/>
        </p:nvSpPr>
        <p:spPr>
          <a:xfrm>
            <a:off x="9172689" y="1819656"/>
            <a:ext cx="1892808" cy="2046427"/>
          </a:xfrm>
          <a:prstGeom prst="rect">
            <a:avLst/>
          </a:prstGeom>
          <a:solidFill>
            <a:srgbClr val="E2ECD6"/>
          </a:solidFill>
          <a:ln w="12700">
            <a:solidFill>
              <a:srgbClr val="E2ECD6"/>
            </a:solidFill>
            <a:prstDash val="solid"/>
          </a:ln>
        </p:spPr>
      </p:sp>
      <p:sp>
        <p:nvSpPr>
          <p:cNvPr id="27" name="Shape 21"/>
          <p:cNvSpPr/>
          <p:nvPr/>
        </p:nvSpPr>
        <p:spPr>
          <a:xfrm rot="240000">
            <a:off x="9646349" y="1581912"/>
            <a:ext cx="945490" cy="237744"/>
          </a:xfrm>
          <a:prstGeom prst="rect">
            <a:avLst/>
          </a:prstGeom>
          <a:solidFill>
            <a:srgbClr val="F2A65A">
              <a:alpha val="65000"/>
            </a:srgbClr>
          </a:solidFill>
          <a:ln w="12700">
            <a:solidFill>
              <a:srgbClr val="F2A65A">
                <a:alpha val="65000"/>
              </a:srgbClr>
            </a:solidFill>
            <a:prstDash val="solid"/>
          </a:ln>
        </p:spPr>
      </p:sp>
      <p:pic>
        <p:nvPicPr>
          <p:cNvPr id="28" name="Image 3" descr="preencoded.png">    </p:cNvPr>
          <p:cNvPicPr>
            <a:picLocks noChangeAspect="1"/>
          </p:cNvPicPr>
          <p:nvPr/>
        </p:nvPicPr>
        <p:blipFill>
          <a:blip r:embed="rId4">
            <a:alphaModFix amt="80000"/>
          </a:blip>
          <a:stretch>
            <a:fillRect/>
          </a:stretch>
        </p:blipFill>
        <p:spPr>
          <a:xfrm>
            <a:off x="9910884" y="2530556"/>
            <a:ext cx="416418" cy="416418"/>
          </a:xfrm>
          <a:prstGeom prst="rect">
            <a:avLst/>
          </a:prstGeom>
        </p:spPr>
      </p:pic>
      <p:sp>
        <p:nvSpPr>
          <p:cNvPr id="29" name="Text 22"/>
          <p:cNvSpPr txBox="1"/>
          <p:nvPr/>
        </p:nvSpPr>
        <p:spPr>
          <a:xfrm>
            <a:off x="9172689" y="3020126"/>
            <a:ext cx="18928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E9A6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남동생</a:t>
            </a:r>
            <a:endParaRPr lang="en-US" sz="1100" dirty="0"/>
          </a:p>
        </p:txBody>
      </p:sp>
      <p:sp>
        <p:nvSpPr>
          <p:cNvPr id="30" name="Text 23"/>
          <p:cNvSpPr txBox="1"/>
          <p:nvPr/>
        </p:nvSpPr>
        <p:spPr>
          <a:xfrm>
            <a:off x="8869451" y="3904488"/>
            <a:ext cx="249928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E0806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남동생  </a:t>
            </a:r>
            <a:pPr algn="ctr" indent="0" marL="0">
              <a:buNone/>
            </a:pPr>
            <a:r>
              <a:rPr lang="en-US" sz="1600" b="1" dirty="0">
                <a:solidFill>
                  <a:srgbClr val="33402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이○○</a:t>
            </a:r>
            <a:endParaRPr lang="en-US" sz="1600" dirty="0"/>
          </a:p>
        </p:txBody>
      </p:sp>
      <p:sp>
        <p:nvSpPr>
          <p:cNvPr id="31" name="Text 24"/>
          <p:cNvSpPr txBox="1"/>
          <p:nvPr/>
        </p:nvSpPr>
        <p:spPr>
          <a:xfrm>
            <a:off x="8915171" y="4526280"/>
            <a:ext cx="2407844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6B786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막내지만</a:t>
            </a:r>
            <a:endParaRPr lang="en-US" sz="1200" dirty="0"/>
          </a:p>
          <a:p>
            <a:pPr algn="ctr"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6B786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누구보다 듬직해요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1" type="title" hasCustomPrompt="1"/>
          </p:nvPr>
        </p:nvSpPr>
        <p:spPr>
          <a:xfrm>
            <a:off x="1143000" y="457200"/>
            <a:ext cx="9601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33402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우리의 첫 만남</a:t>
            </a:r>
            <a:endParaRPr lang="en-US" sz="2800" dirty="0"/>
          </a:p>
        </p:txBody>
      </p:sp>
      <p:sp>
        <p:nvSpPr>
          <p:cNvPr id="4" name="Text 1"/>
          <p:cNvSpPr txBox="1"/>
          <p:nvPr/>
        </p:nvSpPr>
        <p:spPr>
          <a:xfrm>
            <a:off x="822960" y="1783080"/>
            <a:ext cx="4937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rgbClr val="6E9A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2022. 04. 16</a:t>
            </a:r>
            <a:endParaRPr lang="en-US" sz="2200" dirty="0"/>
          </a:p>
        </p:txBody>
      </p:sp>
      <p:sp>
        <p:nvSpPr>
          <p:cNvPr id="5" name="Text 2"/>
          <p:cNvSpPr txBox="1"/>
          <p:nvPr/>
        </p:nvSpPr>
        <p:spPr>
          <a:xfrm>
            <a:off x="822960" y="2331720"/>
            <a:ext cx="4937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rgbClr val="33402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친구의 소개로 처음 만났어요</a:t>
            </a:r>
            <a:endParaRPr lang="en-US" sz="2200" dirty="0"/>
          </a:p>
        </p:txBody>
      </p:sp>
      <p:sp>
        <p:nvSpPr>
          <p:cNvPr id="6" name="Text 3"/>
          <p:cNvSpPr txBox="1"/>
          <p:nvPr/>
        </p:nvSpPr>
        <p:spPr>
          <a:xfrm>
            <a:off x="822960" y="3063240"/>
            <a:ext cx="475488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45000"/>
              </a:lnSpc>
              <a:buNone/>
            </a:pPr>
            <a:r>
              <a:rPr lang="en-US" sz="1500" dirty="0">
                <a:solidFill>
                  <a:srgbClr val="6B786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성수동의 작은 카페에서 처음 만났습니다. 좋아하는 음식도, 웃는 포인트도 닮아서 세 시간이 금방 지나갔어요. 헤어지기 아쉬워 한 번 더 만나자고 한 그날이 우리의 시작이었습니다.</a:t>
            </a:r>
            <a:endParaRPr lang="en-US" sz="1500" dirty="0"/>
          </a:p>
        </p:txBody>
      </p:sp>
      <p:sp>
        <p:nvSpPr>
          <p:cNvPr id="7" name="Shape 4"/>
          <p:cNvSpPr/>
          <p:nvPr/>
        </p:nvSpPr>
        <p:spPr>
          <a:xfrm>
            <a:off x="6172200" y="1600200"/>
            <a:ext cx="2788920" cy="4434840"/>
          </a:xfrm>
          <a:prstGeom prst="rect">
            <a:avLst/>
          </a:prstGeom>
          <a:solidFill>
            <a:srgbClr val="FFFFFF"/>
          </a:solidFill>
          <a:ln w="9525">
            <a:solidFill>
              <a:srgbClr val="E4E9DC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4000"/>
              </a:srgbClr>
            </a:outerShdw>
          </a:effectLst>
        </p:spPr>
      </p:sp>
      <p:sp>
        <p:nvSpPr>
          <p:cNvPr id="8" name="사진 칸"/>
          <p:cNvSpPr/>
          <p:nvPr/>
        </p:nvSpPr>
        <p:spPr>
          <a:xfrm>
            <a:off x="6300216" y="1728216"/>
            <a:ext cx="2532888" cy="3803904"/>
          </a:xfrm>
          <a:prstGeom prst="rect">
            <a:avLst/>
          </a:prstGeom>
          <a:solidFill>
            <a:srgbClr val="E2ECD6"/>
          </a:solidFill>
          <a:ln w="12700">
            <a:solidFill>
              <a:srgbClr val="E2ECD6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 rot="-240000">
            <a:off x="7063740" y="1490472"/>
            <a:ext cx="1005840" cy="237744"/>
          </a:xfrm>
          <a:prstGeom prst="rect">
            <a:avLst/>
          </a:prstGeom>
          <a:solidFill>
            <a:srgbClr val="F2A65A">
              <a:alpha val="65000"/>
            </a:srgbClr>
          </a:solidFill>
          <a:ln w="12700">
            <a:solidFill>
              <a:srgbClr val="F2A65A">
                <a:alpha val="65000"/>
              </a:srgbClr>
            </a:solidFill>
            <a:prstDash val="solid"/>
          </a:ln>
        </p:spPr>
      </p:sp>
      <p:pic>
        <p:nvPicPr>
          <p:cNvPr id="10" name="Image 0" descr="preencoded.png">    </p:cNvPr>
          <p:cNvPicPr>
            <a:picLocks noChangeAspect="1"/>
          </p:cNvPicPr>
          <p:nvPr/>
        </p:nvPicPr>
        <p:blipFill>
          <a:blip r:embed="rId1">
            <a:alphaModFix amt="80000"/>
          </a:blip>
          <a:stretch>
            <a:fillRect/>
          </a:stretch>
        </p:blipFill>
        <p:spPr>
          <a:xfrm>
            <a:off x="7338060" y="3287268"/>
            <a:ext cx="457200" cy="457200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6300216" y="3817620"/>
            <a:ext cx="25328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E9A6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첫 만남 사진</a:t>
            </a:r>
            <a:endParaRPr lang="en-US" sz="1100" dirty="0"/>
          </a:p>
        </p:txBody>
      </p:sp>
      <p:sp>
        <p:nvSpPr>
          <p:cNvPr id="12" name="Shape 8"/>
          <p:cNvSpPr/>
          <p:nvPr/>
        </p:nvSpPr>
        <p:spPr>
          <a:xfrm>
            <a:off x="9189720" y="1600200"/>
            <a:ext cx="2267712" cy="2103120"/>
          </a:xfrm>
          <a:prstGeom prst="rect">
            <a:avLst/>
          </a:prstGeom>
          <a:solidFill>
            <a:srgbClr val="FFFFFF"/>
          </a:solidFill>
          <a:ln w="9525">
            <a:solidFill>
              <a:srgbClr val="E4E9DC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4000"/>
              </a:srgbClr>
            </a:outerShdw>
          </a:effectLst>
        </p:spPr>
      </p:sp>
      <p:sp>
        <p:nvSpPr>
          <p:cNvPr id="13" name="사진 칸"/>
          <p:cNvSpPr/>
          <p:nvPr/>
        </p:nvSpPr>
        <p:spPr>
          <a:xfrm>
            <a:off x="9317736" y="1728216"/>
            <a:ext cx="2011680" cy="1596542"/>
          </a:xfrm>
          <a:prstGeom prst="rect">
            <a:avLst/>
          </a:prstGeom>
          <a:solidFill>
            <a:srgbClr val="E2ECD6"/>
          </a:solidFill>
          <a:ln w="12700">
            <a:solidFill>
              <a:srgbClr val="E2ECD6"/>
            </a:solidFill>
            <a:prstDash val="solid"/>
          </a:ln>
        </p:spPr>
      </p:sp>
      <p:pic>
        <p:nvPicPr>
          <p:cNvPr id="14" name="Image 1" descr="preencoded.png">    </p:cNvPr>
          <p:cNvPicPr>
            <a:picLocks noChangeAspect="1"/>
          </p:cNvPicPr>
          <p:nvPr/>
        </p:nvPicPr>
        <p:blipFill>
          <a:blip r:embed="rId2">
            <a:alphaModFix amt="80000"/>
          </a:blip>
          <a:stretch>
            <a:fillRect/>
          </a:stretch>
        </p:blipFill>
        <p:spPr>
          <a:xfrm>
            <a:off x="10147956" y="2350868"/>
            <a:ext cx="351239" cy="351239"/>
          </a:xfrm>
          <a:prstGeom prst="rect">
            <a:avLst/>
          </a:prstGeom>
        </p:spPr>
      </p:pic>
      <p:sp>
        <p:nvSpPr>
          <p:cNvPr id="15" name="Shape 10"/>
          <p:cNvSpPr/>
          <p:nvPr/>
        </p:nvSpPr>
        <p:spPr>
          <a:xfrm>
            <a:off x="9189720" y="3977640"/>
            <a:ext cx="2267712" cy="1600200"/>
          </a:xfrm>
          <a:prstGeom prst="wedgeRoundRectCallout">
            <a:avLst>
              <a:gd name="adj" fmla="val 11429"/>
            </a:avLst>
          </a:prstGeom>
          <a:solidFill>
            <a:srgbClr val="FFFFFF"/>
          </a:solidFill>
          <a:ln w="9525">
            <a:solidFill>
              <a:srgbClr val="D6E2C8"/>
            </a:solidFill>
            <a:prstDash val="solid"/>
          </a:ln>
        </p:spPr>
      </p:sp>
      <p:sp>
        <p:nvSpPr>
          <p:cNvPr id="16" name="Text 11"/>
          <p:cNvSpPr txBox="1"/>
          <p:nvPr/>
        </p:nvSpPr>
        <p:spPr>
          <a:xfrm>
            <a:off x="9372600" y="4160520"/>
            <a:ext cx="1965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6E9A6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“커피 한 잔</a:t>
            </a:r>
            <a:endParaRPr lang="en-US" sz="1500" dirty="0"/>
          </a:p>
          <a:p>
            <a:pPr indent="0" marL="0">
              <a:buNone/>
            </a:pPr>
            <a:r>
              <a:rPr lang="en-US" sz="1500" b="1" dirty="0">
                <a:solidFill>
                  <a:srgbClr val="6E9A6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더 하실래요?”</a:t>
            </a:r>
            <a:endParaRPr lang="en-US" sz="1500" dirty="0"/>
          </a:p>
        </p:txBody>
      </p:sp>
      <p:sp>
        <p:nvSpPr>
          <p:cNvPr id="17" name="Text 12"/>
          <p:cNvSpPr txBox="1"/>
          <p:nvPr/>
        </p:nvSpPr>
        <p:spPr>
          <a:xfrm>
            <a:off x="9326880" y="5074920"/>
            <a:ext cx="2011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6B786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그날 철수가 건넨 한마디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1" type="title" hasCustomPrompt="1"/>
          </p:nvPr>
        </p:nvSpPr>
        <p:spPr>
          <a:xfrm>
            <a:off x="1143000" y="457200"/>
            <a:ext cx="9601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33402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함께한 시간들</a:t>
            </a:r>
            <a:endParaRPr lang="en-US" sz="2800" dirty="0"/>
          </a:p>
        </p:txBody>
      </p:sp>
      <p:sp>
        <p:nvSpPr>
          <p:cNvPr id="4" name="Shape 1"/>
          <p:cNvSpPr/>
          <p:nvPr/>
        </p:nvSpPr>
        <p:spPr>
          <a:xfrm>
            <a:off x="1432522" y="1737360"/>
            <a:ext cx="1280160" cy="329184"/>
          </a:xfrm>
          <a:prstGeom prst="roundRect">
            <a:avLst>
              <a:gd name="adj" fmla="val 50000"/>
            </a:avLst>
          </a:prstGeom>
          <a:solidFill>
            <a:srgbClr val="6E9A69"/>
          </a:solidFill>
          <a:ln w="12700">
            <a:solidFill>
              <a:srgbClr val="6E9A69"/>
            </a:solidFill>
            <a:prstDash val="solid"/>
          </a:ln>
        </p:spPr>
      </p:sp>
      <p:sp>
        <p:nvSpPr>
          <p:cNvPr id="5" name="Text 2"/>
          <p:cNvSpPr txBox="1"/>
          <p:nvPr/>
        </p:nvSpPr>
        <p:spPr>
          <a:xfrm>
            <a:off x="1432522" y="1737360"/>
            <a:ext cx="12801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2022. 04</a:t>
            </a:r>
            <a:endParaRPr lang="en-US" sz="1200" dirty="0"/>
          </a:p>
        </p:txBody>
      </p:sp>
      <p:sp>
        <p:nvSpPr>
          <p:cNvPr id="6" name="Shape 3"/>
          <p:cNvSpPr/>
          <p:nvPr/>
        </p:nvSpPr>
        <p:spPr>
          <a:xfrm>
            <a:off x="883882" y="2331720"/>
            <a:ext cx="2377440" cy="2514600"/>
          </a:xfrm>
          <a:prstGeom prst="rect">
            <a:avLst/>
          </a:prstGeom>
          <a:solidFill>
            <a:srgbClr val="FFFFFF"/>
          </a:solidFill>
          <a:ln w="9525">
            <a:solidFill>
              <a:srgbClr val="E4E9DC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4000"/>
              </a:srgbClr>
            </a:outerShdw>
          </a:effectLst>
        </p:spPr>
      </p:sp>
      <p:sp>
        <p:nvSpPr>
          <p:cNvPr id="7" name="사진 칸"/>
          <p:cNvSpPr/>
          <p:nvPr/>
        </p:nvSpPr>
        <p:spPr>
          <a:xfrm>
            <a:off x="1011898" y="2459736"/>
            <a:ext cx="2121408" cy="1933956"/>
          </a:xfrm>
          <a:prstGeom prst="rect">
            <a:avLst/>
          </a:prstGeom>
          <a:solidFill>
            <a:srgbClr val="E2ECD6"/>
          </a:solidFill>
          <a:ln w="12700">
            <a:solidFill>
              <a:srgbClr val="E2ECD6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 rot="-180000">
            <a:off x="1569682" y="2221992"/>
            <a:ext cx="1005840" cy="237744"/>
          </a:xfrm>
          <a:prstGeom prst="rect">
            <a:avLst/>
          </a:prstGeom>
          <a:solidFill>
            <a:srgbClr val="F2A65A">
              <a:alpha val="65000"/>
            </a:srgbClr>
          </a:solidFill>
          <a:ln w="12700">
            <a:solidFill>
              <a:srgbClr val="F2A65A">
                <a:alpha val="65000"/>
              </a:srgbClr>
            </a:solidFill>
            <a:prstDash val="solid"/>
          </a:ln>
        </p:spPr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>
            <a:alphaModFix amt="80000"/>
          </a:blip>
          <a:stretch>
            <a:fillRect/>
          </a:stretch>
        </p:blipFill>
        <p:spPr>
          <a:xfrm>
            <a:off x="1859867" y="3107611"/>
            <a:ext cx="425470" cy="425470"/>
          </a:xfrm>
          <a:prstGeom prst="rect">
            <a:avLst/>
          </a:prstGeom>
        </p:spPr>
      </p:pic>
      <p:sp>
        <p:nvSpPr>
          <p:cNvPr id="10" name="Text 6"/>
          <p:cNvSpPr txBox="1"/>
          <p:nvPr/>
        </p:nvSpPr>
        <p:spPr>
          <a:xfrm>
            <a:off x="1011898" y="3606234"/>
            <a:ext cx="21214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E9A6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첫 만남</a:t>
            </a:r>
            <a:endParaRPr lang="en-US" sz="1100" dirty="0"/>
          </a:p>
        </p:txBody>
      </p:sp>
      <p:sp>
        <p:nvSpPr>
          <p:cNvPr id="11" name="Text 7"/>
          <p:cNvSpPr txBox="1"/>
          <p:nvPr/>
        </p:nvSpPr>
        <p:spPr>
          <a:xfrm>
            <a:off x="822960" y="5074920"/>
            <a:ext cx="249928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33402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첫 만남</a:t>
            </a:r>
            <a:endParaRPr lang="en-US" sz="1600" dirty="0"/>
          </a:p>
        </p:txBody>
      </p:sp>
      <p:sp>
        <p:nvSpPr>
          <p:cNvPr id="12" name="Text 8"/>
          <p:cNvSpPr txBox="1"/>
          <p:nvPr/>
        </p:nvSpPr>
        <p:spPr>
          <a:xfrm>
            <a:off x="822960" y="5486400"/>
            <a:ext cx="249928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rgbClr val="6B786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성수동 작은 카페에서</a:t>
            </a:r>
            <a:endParaRPr lang="en-US" sz="1300" dirty="0"/>
          </a:p>
        </p:txBody>
      </p:sp>
      <p:sp>
        <p:nvSpPr>
          <p:cNvPr id="13" name="Shape 9"/>
          <p:cNvSpPr/>
          <p:nvPr/>
        </p:nvSpPr>
        <p:spPr>
          <a:xfrm>
            <a:off x="4114686" y="1737360"/>
            <a:ext cx="1280160" cy="329184"/>
          </a:xfrm>
          <a:prstGeom prst="roundRect">
            <a:avLst>
              <a:gd name="adj" fmla="val 50000"/>
            </a:avLst>
          </a:prstGeom>
          <a:solidFill>
            <a:srgbClr val="6E9A69"/>
          </a:solidFill>
          <a:ln w="12700">
            <a:solidFill>
              <a:srgbClr val="6E9A69"/>
            </a:solidFill>
            <a:prstDash val="solid"/>
          </a:ln>
        </p:spPr>
      </p:sp>
      <p:sp>
        <p:nvSpPr>
          <p:cNvPr id="14" name="Text 10"/>
          <p:cNvSpPr txBox="1"/>
          <p:nvPr/>
        </p:nvSpPr>
        <p:spPr>
          <a:xfrm>
            <a:off x="4114686" y="1737360"/>
            <a:ext cx="12801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2022. 10</a:t>
            </a:r>
            <a:endParaRPr lang="en-US" sz="1200" dirty="0"/>
          </a:p>
        </p:txBody>
      </p:sp>
      <p:sp>
        <p:nvSpPr>
          <p:cNvPr id="15" name="Shape 11"/>
          <p:cNvSpPr/>
          <p:nvPr/>
        </p:nvSpPr>
        <p:spPr>
          <a:xfrm>
            <a:off x="3566046" y="2331720"/>
            <a:ext cx="2377440" cy="2514600"/>
          </a:xfrm>
          <a:prstGeom prst="rect">
            <a:avLst/>
          </a:prstGeom>
          <a:solidFill>
            <a:srgbClr val="FFFFFF"/>
          </a:solidFill>
          <a:ln w="9525">
            <a:solidFill>
              <a:srgbClr val="E4E9DC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4000"/>
              </a:srgbClr>
            </a:outerShdw>
          </a:effectLst>
        </p:spPr>
      </p:sp>
      <p:sp>
        <p:nvSpPr>
          <p:cNvPr id="16" name="사진 칸"/>
          <p:cNvSpPr/>
          <p:nvPr/>
        </p:nvSpPr>
        <p:spPr>
          <a:xfrm>
            <a:off x="3694062" y="2459736"/>
            <a:ext cx="2121408" cy="1933956"/>
          </a:xfrm>
          <a:prstGeom prst="rect">
            <a:avLst/>
          </a:prstGeom>
          <a:solidFill>
            <a:srgbClr val="E2ECD6"/>
          </a:solidFill>
          <a:ln w="12700">
            <a:solidFill>
              <a:srgbClr val="E2ECD6"/>
            </a:solidFill>
            <a:prstDash val="solid"/>
          </a:ln>
        </p:spPr>
      </p:sp>
      <p:sp>
        <p:nvSpPr>
          <p:cNvPr id="17" name="Shape 13"/>
          <p:cNvSpPr/>
          <p:nvPr/>
        </p:nvSpPr>
        <p:spPr>
          <a:xfrm rot="180000">
            <a:off x="4251846" y="2221992"/>
            <a:ext cx="1005840" cy="237744"/>
          </a:xfrm>
          <a:prstGeom prst="rect">
            <a:avLst/>
          </a:prstGeom>
          <a:solidFill>
            <a:srgbClr val="F2A65A">
              <a:alpha val="65000"/>
            </a:srgbClr>
          </a:solidFill>
          <a:ln w="12700">
            <a:solidFill>
              <a:srgbClr val="F2A65A">
                <a:alpha val="65000"/>
              </a:srgbClr>
            </a:solidFill>
            <a:prstDash val="solid"/>
          </a:ln>
        </p:spPr>
      </p:sp>
      <p:pic>
        <p:nvPicPr>
          <p:cNvPr id="18" name="Image 1" descr="preencoded.png">    </p:cNvPr>
          <p:cNvPicPr>
            <a:picLocks noChangeAspect="1"/>
          </p:cNvPicPr>
          <p:nvPr/>
        </p:nvPicPr>
        <p:blipFill>
          <a:blip r:embed="rId2">
            <a:alphaModFix amt="80000"/>
          </a:blip>
          <a:stretch>
            <a:fillRect/>
          </a:stretch>
        </p:blipFill>
        <p:spPr>
          <a:xfrm>
            <a:off x="4542031" y="3107611"/>
            <a:ext cx="425470" cy="425470"/>
          </a:xfrm>
          <a:prstGeom prst="rect">
            <a:avLst/>
          </a:prstGeom>
        </p:spPr>
      </p:pic>
      <p:sp>
        <p:nvSpPr>
          <p:cNvPr id="19" name="Text 14"/>
          <p:cNvSpPr txBox="1"/>
          <p:nvPr/>
        </p:nvSpPr>
        <p:spPr>
          <a:xfrm>
            <a:off x="3694062" y="3606234"/>
            <a:ext cx="21214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E9A6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첫 여행</a:t>
            </a:r>
            <a:endParaRPr lang="en-US" sz="1100" dirty="0"/>
          </a:p>
        </p:txBody>
      </p:sp>
      <p:sp>
        <p:nvSpPr>
          <p:cNvPr id="20" name="Text 15"/>
          <p:cNvSpPr txBox="1"/>
          <p:nvPr/>
        </p:nvSpPr>
        <p:spPr>
          <a:xfrm>
            <a:off x="3505124" y="5074920"/>
            <a:ext cx="249928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33402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첫 여행</a:t>
            </a:r>
            <a:endParaRPr lang="en-US" sz="1600" dirty="0"/>
          </a:p>
        </p:txBody>
      </p:sp>
      <p:sp>
        <p:nvSpPr>
          <p:cNvPr id="21" name="Text 16"/>
          <p:cNvSpPr txBox="1"/>
          <p:nvPr/>
        </p:nvSpPr>
        <p:spPr>
          <a:xfrm>
            <a:off x="3505124" y="5486400"/>
            <a:ext cx="249928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rgbClr val="6B786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강릉 바다를 보러</a:t>
            </a:r>
            <a:endParaRPr lang="en-US" sz="1300" dirty="0"/>
          </a:p>
        </p:txBody>
      </p:sp>
      <p:sp>
        <p:nvSpPr>
          <p:cNvPr id="22" name="Shape 17"/>
          <p:cNvSpPr/>
          <p:nvPr/>
        </p:nvSpPr>
        <p:spPr>
          <a:xfrm>
            <a:off x="6796850" y="1737360"/>
            <a:ext cx="1280160" cy="329184"/>
          </a:xfrm>
          <a:prstGeom prst="roundRect">
            <a:avLst>
              <a:gd name="adj" fmla="val 50000"/>
            </a:avLst>
          </a:prstGeom>
          <a:solidFill>
            <a:srgbClr val="6E9A69"/>
          </a:solidFill>
          <a:ln w="12700">
            <a:solidFill>
              <a:srgbClr val="6E9A69"/>
            </a:solidFill>
            <a:prstDash val="solid"/>
          </a:ln>
        </p:spPr>
      </p:sp>
      <p:sp>
        <p:nvSpPr>
          <p:cNvPr id="23" name="Text 18"/>
          <p:cNvSpPr txBox="1"/>
          <p:nvPr/>
        </p:nvSpPr>
        <p:spPr>
          <a:xfrm>
            <a:off x="6796850" y="1737360"/>
            <a:ext cx="12801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2024. 05</a:t>
            </a:r>
            <a:endParaRPr lang="en-US" sz="1200" dirty="0"/>
          </a:p>
        </p:txBody>
      </p:sp>
      <p:sp>
        <p:nvSpPr>
          <p:cNvPr id="24" name="Shape 19"/>
          <p:cNvSpPr/>
          <p:nvPr/>
        </p:nvSpPr>
        <p:spPr>
          <a:xfrm>
            <a:off x="6248210" y="2331720"/>
            <a:ext cx="2377440" cy="2514600"/>
          </a:xfrm>
          <a:prstGeom prst="rect">
            <a:avLst/>
          </a:prstGeom>
          <a:solidFill>
            <a:srgbClr val="FFFFFF"/>
          </a:solidFill>
          <a:ln w="9525">
            <a:solidFill>
              <a:srgbClr val="E4E9DC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4000"/>
              </a:srgbClr>
            </a:outerShdw>
          </a:effectLst>
        </p:spPr>
      </p:sp>
      <p:sp>
        <p:nvSpPr>
          <p:cNvPr id="25" name="사진 칸"/>
          <p:cNvSpPr/>
          <p:nvPr/>
        </p:nvSpPr>
        <p:spPr>
          <a:xfrm>
            <a:off x="6376226" y="2459736"/>
            <a:ext cx="2121408" cy="1933956"/>
          </a:xfrm>
          <a:prstGeom prst="rect">
            <a:avLst/>
          </a:prstGeom>
          <a:solidFill>
            <a:srgbClr val="E2ECD6"/>
          </a:solidFill>
          <a:ln w="12700">
            <a:solidFill>
              <a:srgbClr val="E2ECD6"/>
            </a:solidFill>
            <a:prstDash val="solid"/>
          </a:ln>
        </p:spPr>
      </p:sp>
      <p:sp>
        <p:nvSpPr>
          <p:cNvPr id="26" name="Shape 21"/>
          <p:cNvSpPr/>
          <p:nvPr/>
        </p:nvSpPr>
        <p:spPr>
          <a:xfrm rot="-180000">
            <a:off x="6934010" y="2221992"/>
            <a:ext cx="1005840" cy="237744"/>
          </a:xfrm>
          <a:prstGeom prst="rect">
            <a:avLst/>
          </a:prstGeom>
          <a:solidFill>
            <a:srgbClr val="F2A65A">
              <a:alpha val="65000"/>
            </a:srgbClr>
          </a:solidFill>
          <a:ln w="12700">
            <a:solidFill>
              <a:srgbClr val="F2A65A">
                <a:alpha val="65000"/>
              </a:srgbClr>
            </a:solidFill>
            <a:prstDash val="solid"/>
          </a:ln>
        </p:spPr>
      </p:sp>
      <p:pic>
        <p:nvPicPr>
          <p:cNvPr id="27" name="Image 2" descr="preencoded.png">    </p:cNvPr>
          <p:cNvPicPr>
            <a:picLocks noChangeAspect="1"/>
          </p:cNvPicPr>
          <p:nvPr/>
        </p:nvPicPr>
        <p:blipFill>
          <a:blip r:embed="rId3">
            <a:alphaModFix amt="80000"/>
          </a:blip>
          <a:stretch>
            <a:fillRect/>
          </a:stretch>
        </p:blipFill>
        <p:spPr>
          <a:xfrm>
            <a:off x="7224194" y="3107611"/>
            <a:ext cx="425470" cy="425470"/>
          </a:xfrm>
          <a:prstGeom prst="rect">
            <a:avLst/>
          </a:prstGeom>
        </p:spPr>
      </p:pic>
      <p:sp>
        <p:nvSpPr>
          <p:cNvPr id="28" name="Text 22"/>
          <p:cNvSpPr txBox="1"/>
          <p:nvPr/>
        </p:nvSpPr>
        <p:spPr>
          <a:xfrm>
            <a:off x="6376226" y="3606234"/>
            <a:ext cx="21214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E9A6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함께한 2년</a:t>
            </a:r>
            <a:endParaRPr lang="en-US" sz="1100" dirty="0"/>
          </a:p>
        </p:txBody>
      </p:sp>
      <p:sp>
        <p:nvSpPr>
          <p:cNvPr id="29" name="Text 23"/>
          <p:cNvSpPr txBox="1"/>
          <p:nvPr/>
        </p:nvSpPr>
        <p:spPr>
          <a:xfrm>
            <a:off x="6187288" y="5074920"/>
            <a:ext cx="249928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33402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함께한 2년</a:t>
            </a:r>
            <a:endParaRPr lang="en-US" sz="1600" dirty="0"/>
          </a:p>
        </p:txBody>
      </p:sp>
      <p:sp>
        <p:nvSpPr>
          <p:cNvPr id="30" name="Text 24"/>
          <p:cNvSpPr txBox="1"/>
          <p:nvPr/>
        </p:nvSpPr>
        <p:spPr>
          <a:xfrm>
            <a:off x="6187288" y="5486400"/>
            <a:ext cx="249928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rgbClr val="6B786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제주도에서 한 달 살기</a:t>
            </a:r>
            <a:endParaRPr lang="en-US" sz="1300" dirty="0"/>
          </a:p>
        </p:txBody>
      </p:sp>
      <p:sp>
        <p:nvSpPr>
          <p:cNvPr id="31" name="Shape 25"/>
          <p:cNvSpPr/>
          <p:nvPr/>
        </p:nvSpPr>
        <p:spPr>
          <a:xfrm>
            <a:off x="9479013" y="1737360"/>
            <a:ext cx="1280160" cy="329184"/>
          </a:xfrm>
          <a:prstGeom prst="roundRect">
            <a:avLst>
              <a:gd name="adj" fmla="val 50000"/>
            </a:avLst>
          </a:prstGeom>
          <a:solidFill>
            <a:srgbClr val="F2A65A"/>
          </a:solidFill>
          <a:ln w="12700">
            <a:solidFill>
              <a:srgbClr val="F2A65A"/>
            </a:solidFill>
            <a:prstDash val="solid"/>
          </a:ln>
        </p:spPr>
      </p:sp>
      <p:sp>
        <p:nvSpPr>
          <p:cNvPr id="32" name="Text 26"/>
          <p:cNvSpPr txBox="1"/>
          <p:nvPr/>
        </p:nvSpPr>
        <p:spPr>
          <a:xfrm>
            <a:off x="9479013" y="1737360"/>
            <a:ext cx="12801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2026. 06</a:t>
            </a:r>
            <a:endParaRPr lang="en-US" sz="1200" dirty="0"/>
          </a:p>
        </p:txBody>
      </p:sp>
      <p:sp>
        <p:nvSpPr>
          <p:cNvPr id="33" name="Shape 27"/>
          <p:cNvSpPr/>
          <p:nvPr/>
        </p:nvSpPr>
        <p:spPr>
          <a:xfrm>
            <a:off x="8930373" y="2331720"/>
            <a:ext cx="2377440" cy="2514600"/>
          </a:xfrm>
          <a:prstGeom prst="rect">
            <a:avLst/>
          </a:prstGeom>
          <a:solidFill>
            <a:srgbClr val="FFFFFF"/>
          </a:solidFill>
          <a:ln w="9525">
            <a:solidFill>
              <a:srgbClr val="E4E9DC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4000"/>
              </a:srgbClr>
            </a:outerShdw>
          </a:effectLst>
        </p:spPr>
      </p:sp>
      <p:sp>
        <p:nvSpPr>
          <p:cNvPr id="34" name="사진 칸"/>
          <p:cNvSpPr/>
          <p:nvPr/>
        </p:nvSpPr>
        <p:spPr>
          <a:xfrm>
            <a:off x="9058389" y="2459736"/>
            <a:ext cx="2121408" cy="1933956"/>
          </a:xfrm>
          <a:prstGeom prst="rect">
            <a:avLst/>
          </a:prstGeom>
          <a:solidFill>
            <a:srgbClr val="E2ECD6"/>
          </a:solidFill>
          <a:ln w="12700">
            <a:solidFill>
              <a:srgbClr val="E2ECD6"/>
            </a:solidFill>
            <a:prstDash val="solid"/>
          </a:ln>
        </p:spPr>
      </p:sp>
      <p:sp>
        <p:nvSpPr>
          <p:cNvPr id="35" name="Shape 29"/>
          <p:cNvSpPr/>
          <p:nvPr/>
        </p:nvSpPr>
        <p:spPr>
          <a:xfrm rot="180000">
            <a:off x="9616173" y="2221992"/>
            <a:ext cx="1005840" cy="237744"/>
          </a:xfrm>
          <a:prstGeom prst="rect">
            <a:avLst/>
          </a:prstGeom>
          <a:solidFill>
            <a:srgbClr val="F2A65A">
              <a:alpha val="65000"/>
            </a:srgbClr>
          </a:solidFill>
          <a:ln w="12700">
            <a:solidFill>
              <a:srgbClr val="F2A65A">
                <a:alpha val="65000"/>
              </a:srgbClr>
            </a:solidFill>
            <a:prstDash val="solid"/>
          </a:ln>
        </p:spPr>
      </p:sp>
      <p:pic>
        <p:nvPicPr>
          <p:cNvPr id="36" name="Image 3" descr="preencoded.png">    </p:cNvPr>
          <p:cNvPicPr>
            <a:picLocks noChangeAspect="1"/>
          </p:cNvPicPr>
          <p:nvPr/>
        </p:nvPicPr>
        <p:blipFill>
          <a:blip r:embed="rId4">
            <a:alphaModFix amt="80000"/>
          </a:blip>
          <a:stretch>
            <a:fillRect/>
          </a:stretch>
        </p:blipFill>
        <p:spPr>
          <a:xfrm>
            <a:off x="9906358" y="3107611"/>
            <a:ext cx="425470" cy="425470"/>
          </a:xfrm>
          <a:prstGeom prst="rect">
            <a:avLst/>
          </a:prstGeom>
        </p:spPr>
      </p:pic>
      <p:sp>
        <p:nvSpPr>
          <p:cNvPr id="37" name="Text 30"/>
          <p:cNvSpPr txBox="1"/>
          <p:nvPr/>
        </p:nvSpPr>
        <p:spPr>
          <a:xfrm>
            <a:off x="9058389" y="3606234"/>
            <a:ext cx="21214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E9A6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프러포즈</a:t>
            </a:r>
            <a:endParaRPr lang="en-US" sz="1100" dirty="0"/>
          </a:p>
        </p:txBody>
      </p:sp>
      <p:sp>
        <p:nvSpPr>
          <p:cNvPr id="38" name="Text 31"/>
          <p:cNvSpPr txBox="1"/>
          <p:nvPr/>
        </p:nvSpPr>
        <p:spPr>
          <a:xfrm>
            <a:off x="8869451" y="5074920"/>
            <a:ext cx="249928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33402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프러포즈</a:t>
            </a:r>
            <a:endParaRPr lang="en-US" sz="1600" dirty="0"/>
          </a:p>
        </p:txBody>
      </p:sp>
      <p:sp>
        <p:nvSpPr>
          <p:cNvPr id="39" name="Text 32"/>
          <p:cNvSpPr txBox="1"/>
          <p:nvPr/>
        </p:nvSpPr>
        <p:spPr>
          <a:xfrm>
            <a:off x="8869451" y="5486400"/>
            <a:ext cx="249928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rgbClr val="6B786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처음 만난 그 카페에서</a:t>
            </a:r>
            <a:endParaRPr lang="en-US" sz="13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1" type="title" hasCustomPrompt="1"/>
          </p:nvPr>
        </p:nvSpPr>
        <p:spPr>
          <a:xfrm>
            <a:off x="1143000" y="457200"/>
            <a:ext cx="9601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33402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결혼을 결심한 이유</a:t>
            </a:r>
            <a:endParaRPr lang="en-US" sz="2800" dirty="0"/>
          </a:p>
        </p:txBody>
      </p:sp>
      <p:sp>
        <p:nvSpPr>
          <p:cNvPr id="4" name="Shape 1"/>
          <p:cNvSpPr/>
          <p:nvPr/>
        </p:nvSpPr>
        <p:spPr>
          <a:xfrm>
            <a:off x="731520" y="1645920"/>
            <a:ext cx="5181448" cy="4297680"/>
          </a:xfrm>
          <a:prstGeom prst="roundRect">
            <a:avLst>
              <a:gd name="adj" fmla="val 3830"/>
            </a:avLst>
          </a:prstGeom>
          <a:solidFill>
            <a:srgbClr val="FFFFFF"/>
          </a:solidFill>
          <a:ln w="9525">
            <a:solidFill>
              <a:srgbClr val="E4E9DC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4000"/>
              </a:srgbClr>
            </a:outerShdw>
          </a:effectLst>
        </p:spPr>
      </p:sp>
      <p:sp>
        <p:nvSpPr>
          <p:cNvPr id="5" name="사진 칸"/>
          <p:cNvSpPr/>
          <p:nvPr/>
        </p:nvSpPr>
        <p:spPr>
          <a:xfrm>
            <a:off x="1097280" y="2011680"/>
            <a:ext cx="1371600" cy="1371600"/>
          </a:xfrm>
          <a:prstGeom prst="ellipse">
            <a:avLst/>
          </a:prstGeom>
          <a:solidFill>
            <a:srgbClr val="E2ECD6"/>
          </a:solidFill>
          <a:ln w="12700">
            <a:solidFill>
              <a:srgbClr val="E2ECD6"/>
            </a:solidFill>
            <a:prstDash val="solid"/>
          </a:ln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>
            <a:alphaModFix amt="80000"/>
          </a:blip>
          <a:stretch>
            <a:fillRect/>
          </a:stretch>
        </p:blipFill>
        <p:spPr>
          <a:xfrm>
            <a:off x="1632204" y="2546604"/>
            <a:ext cx="301752" cy="301752"/>
          </a:xfrm>
          <a:prstGeom prst="rect">
            <a:avLst/>
          </a:prstGeom>
        </p:spPr>
      </p:pic>
      <p:sp>
        <p:nvSpPr>
          <p:cNvPr id="7" name="Text 3"/>
          <p:cNvSpPr txBox="1"/>
          <p:nvPr/>
        </p:nvSpPr>
        <p:spPr>
          <a:xfrm>
            <a:off x="2697480" y="2331720"/>
            <a:ext cx="298688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5C86B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철수가 결혼을 결심한 이유</a:t>
            </a:r>
            <a:endParaRPr lang="en-US" sz="1800" dirty="0"/>
          </a:p>
        </p:txBody>
      </p:sp>
      <p:sp>
        <p:nvSpPr>
          <p:cNvPr id="8" name="Text 4"/>
          <p:cNvSpPr txBox="1"/>
          <p:nvPr/>
        </p:nvSpPr>
        <p:spPr>
          <a:xfrm>
            <a:off x="1097280" y="3520440"/>
            <a:ext cx="914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5400" b="1" dirty="0">
                <a:solidFill>
                  <a:srgbClr val="D6E2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</a:t>
            </a:r>
            <a:endParaRPr lang="en-US" sz="5400" dirty="0"/>
          </a:p>
        </p:txBody>
      </p:sp>
      <p:sp>
        <p:nvSpPr>
          <p:cNvPr id="9" name="Text 5"/>
          <p:cNvSpPr txBox="1"/>
          <p:nvPr/>
        </p:nvSpPr>
        <p:spPr>
          <a:xfrm>
            <a:off x="1143000" y="4114800"/>
            <a:ext cx="4358488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45000"/>
              </a:lnSpc>
              <a:buNone/>
            </a:pPr>
            <a:r>
              <a:rPr lang="en-US" sz="1500" dirty="0">
                <a:solidFill>
                  <a:srgbClr val="33402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은혜와 있으면 하루의 끝이 편안해요. 힘든 날에도 웃게 해 주는 사람이라 평생 곁에서 지켜 주고 싶었습니다.</a:t>
            </a:r>
            <a:endParaRPr lang="en-US" sz="1500" dirty="0"/>
          </a:p>
        </p:txBody>
      </p:sp>
      <p:sp>
        <p:nvSpPr>
          <p:cNvPr id="10" name="Shape 6"/>
          <p:cNvSpPr/>
          <p:nvPr/>
        </p:nvSpPr>
        <p:spPr>
          <a:xfrm>
            <a:off x="6278728" y="1645920"/>
            <a:ext cx="5181448" cy="4297680"/>
          </a:xfrm>
          <a:prstGeom prst="roundRect">
            <a:avLst>
              <a:gd name="adj" fmla="val 3830"/>
            </a:avLst>
          </a:prstGeom>
          <a:solidFill>
            <a:srgbClr val="FFFFFF"/>
          </a:solidFill>
          <a:ln w="9525">
            <a:solidFill>
              <a:srgbClr val="E4E9DC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4000"/>
              </a:srgbClr>
            </a:outerShdw>
          </a:effectLst>
        </p:spPr>
      </p:sp>
      <p:sp>
        <p:nvSpPr>
          <p:cNvPr id="11" name="사진 칸"/>
          <p:cNvSpPr/>
          <p:nvPr/>
        </p:nvSpPr>
        <p:spPr>
          <a:xfrm>
            <a:off x="6644488" y="2011680"/>
            <a:ext cx="1371600" cy="1371600"/>
          </a:xfrm>
          <a:prstGeom prst="ellipse">
            <a:avLst/>
          </a:prstGeom>
          <a:solidFill>
            <a:srgbClr val="E2ECD6"/>
          </a:solidFill>
          <a:ln w="12700">
            <a:solidFill>
              <a:srgbClr val="E2ECD6"/>
            </a:solidFill>
            <a:prstDash val="solid"/>
          </a:ln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>
            <a:alphaModFix amt="80000"/>
          </a:blip>
          <a:stretch>
            <a:fillRect/>
          </a:stretch>
        </p:blipFill>
        <p:spPr>
          <a:xfrm>
            <a:off x="7179412" y="2546604"/>
            <a:ext cx="301752" cy="301752"/>
          </a:xfrm>
          <a:prstGeom prst="rect">
            <a:avLst/>
          </a:prstGeom>
        </p:spPr>
      </p:pic>
      <p:sp>
        <p:nvSpPr>
          <p:cNvPr id="13" name="Text 8"/>
          <p:cNvSpPr txBox="1"/>
          <p:nvPr/>
        </p:nvSpPr>
        <p:spPr>
          <a:xfrm>
            <a:off x="8244688" y="2331720"/>
            <a:ext cx="298688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E0806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은혜가 결혼을 결심한 이유</a:t>
            </a:r>
            <a:endParaRPr lang="en-US" sz="1800" dirty="0"/>
          </a:p>
        </p:txBody>
      </p:sp>
      <p:sp>
        <p:nvSpPr>
          <p:cNvPr id="14" name="Text 9"/>
          <p:cNvSpPr txBox="1"/>
          <p:nvPr/>
        </p:nvSpPr>
        <p:spPr>
          <a:xfrm>
            <a:off x="6644488" y="3520440"/>
            <a:ext cx="914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5400" b="1" dirty="0">
                <a:solidFill>
                  <a:srgbClr val="D6E2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</a:t>
            </a:r>
            <a:endParaRPr lang="en-US" sz="5400" dirty="0"/>
          </a:p>
        </p:txBody>
      </p:sp>
      <p:sp>
        <p:nvSpPr>
          <p:cNvPr id="15" name="Text 10"/>
          <p:cNvSpPr txBox="1"/>
          <p:nvPr/>
        </p:nvSpPr>
        <p:spPr>
          <a:xfrm>
            <a:off x="6690208" y="4114800"/>
            <a:ext cx="4358488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45000"/>
              </a:lnSpc>
              <a:buNone/>
            </a:pPr>
            <a:r>
              <a:rPr lang="en-US" sz="1500" dirty="0">
                <a:solidFill>
                  <a:srgbClr val="33402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철수는 말보다 행동으로 마음을 보여 주는 사람이에요. 작은 약속도 꼭 지키는 모습을 보며 이 사람이면 되겠다고 생각했어요.</a:t>
            </a:r>
            <a:endParaRPr lang="en-US" sz="15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1" type="title" hasCustomPrompt="1"/>
          </p:nvPr>
        </p:nvSpPr>
        <p:spPr>
          <a:xfrm>
            <a:off x="1143000" y="457200"/>
            <a:ext cx="9601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33402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결혼 준비 타임라인</a:t>
            </a:r>
            <a:endParaRPr lang="en-US" sz="2800" dirty="0"/>
          </a:p>
        </p:txBody>
      </p:sp>
      <p:sp>
        <p:nvSpPr>
          <p:cNvPr id="4" name="Shape 1"/>
          <p:cNvSpPr/>
          <p:nvPr/>
        </p:nvSpPr>
        <p:spPr>
          <a:xfrm>
            <a:off x="1280160" y="3429000"/>
            <a:ext cx="9631375" cy="0"/>
          </a:xfrm>
          <a:prstGeom prst="line">
            <a:avLst/>
          </a:prstGeom>
          <a:noFill/>
          <a:ln w="38100">
            <a:solidFill>
              <a:srgbClr val="D6E2C8"/>
            </a:solidFill>
            <a:prstDash val="solid"/>
          </a:ln>
        </p:spPr>
      </p:sp>
      <p:sp>
        <p:nvSpPr>
          <p:cNvPr id="5" name="Shape 2"/>
          <p:cNvSpPr/>
          <p:nvPr/>
        </p:nvSpPr>
        <p:spPr>
          <a:xfrm>
            <a:off x="1042416" y="3191256"/>
            <a:ext cx="475488" cy="475488"/>
          </a:xfrm>
          <a:prstGeom prst="ellipse">
            <a:avLst/>
          </a:prstGeom>
          <a:solidFill>
            <a:srgbClr val="6E9A69"/>
          </a:solidFill>
          <a:ln w="25400">
            <a:solidFill>
              <a:srgbClr val="6E9A69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365760" y="265176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6E9A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2026. 11</a:t>
            </a:r>
            <a:endParaRPr lang="en-US" sz="1400" dirty="0"/>
          </a:p>
        </p:txBody>
      </p:sp>
      <p:sp>
        <p:nvSpPr>
          <p:cNvPr id="7" name="Text 4"/>
          <p:cNvSpPr txBox="1"/>
          <p:nvPr/>
        </p:nvSpPr>
        <p:spPr>
          <a:xfrm>
            <a:off x="365760" y="3840480"/>
            <a:ext cx="1828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33402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상견례</a:t>
            </a:r>
            <a:endParaRPr lang="en-US" sz="1600" dirty="0"/>
          </a:p>
        </p:txBody>
      </p:sp>
      <p:sp>
        <p:nvSpPr>
          <p:cNvPr id="8" name="Shape 5"/>
          <p:cNvSpPr/>
          <p:nvPr/>
        </p:nvSpPr>
        <p:spPr>
          <a:xfrm>
            <a:off x="2968691" y="3191256"/>
            <a:ext cx="475488" cy="475488"/>
          </a:xfrm>
          <a:prstGeom prst="ellipse">
            <a:avLst/>
          </a:prstGeom>
          <a:solidFill>
            <a:srgbClr val="FFFFFF"/>
          </a:solidFill>
          <a:ln w="25400">
            <a:solidFill>
              <a:srgbClr val="6E9A69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2292035" y="265176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6E9A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2026. 12</a:t>
            </a:r>
            <a:endParaRPr lang="en-US" sz="1400" dirty="0"/>
          </a:p>
        </p:txBody>
      </p:sp>
      <p:sp>
        <p:nvSpPr>
          <p:cNvPr id="10" name="Text 7"/>
          <p:cNvSpPr txBox="1"/>
          <p:nvPr/>
        </p:nvSpPr>
        <p:spPr>
          <a:xfrm>
            <a:off x="2292035" y="3840480"/>
            <a:ext cx="1828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33402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예식장 계약</a:t>
            </a:r>
            <a:endParaRPr lang="en-US" sz="1600" dirty="0"/>
          </a:p>
        </p:txBody>
      </p:sp>
      <p:sp>
        <p:nvSpPr>
          <p:cNvPr id="11" name="Shape 8"/>
          <p:cNvSpPr/>
          <p:nvPr/>
        </p:nvSpPr>
        <p:spPr>
          <a:xfrm>
            <a:off x="4894966" y="3191256"/>
            <a:ext cx="475488" cy="475488"/>
          </a:xfrm>
          <a:prstGeom prst="ellipse">
            <a:avLst/>
          </a:prstGeom>
          <a:solidFill>
            <a:srgbClr val="FFFFFF"/>
          </a:solidFill>
          <a:ln w="25400">
            <a:solidFill>
              <a:srgbClr val="6E9A69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4218310" y="265176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6E9A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2027. 02</a:t>
            </a:r>
            <a:endParaRPr lang="en-US" sz="1400" dirty="0"/>
          </a:p>
        </p:txBody>
      </p:sp>
      <p:sp>
        <p:nvSpPr>
          <p:cNvPr id="13" name="Text 10"/>
          <p:cNvSpPr txBox="1"/>
          <p:nvPr/>
        </p:nvSpPr>
        <p:spPr>
          <a:xfrm>
            <a:off x="4218310" y="3840480"/>
            <a:ext cx="1828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33402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웨딩 촬영</a:t>
            </a:r>
            <a:endParaRPr lang="en-US" sz="1600" dirty="0"/>
          </a:p>
        </p:txBody>
      </p:sp>
      <p:sp>
        <p:nvSpPr>
          <p:cNvPr id="14" name="Shape 11"/>
          <p:cNvSpPr/>
          <p:nvPr/>
        </p:nvSpPr>
        <p:spPr>
          <a:xfrm>
            <a:off x="6821241" y="3191256"/>
            <a:ext cx="475488" cy="475488"/>
          </a:xfrm>
          <a:prstGeom prst="ellipse">
            <a:avLst/>
          </a:prstGeom>
          <a:solidFill>
            <a:srgbClr val="FFFFFF"/>
          </a:solidFill>
          <a:ln w="25400">
            <a:solidFill>
              <a:srgbClr val="6E9A69"/>
            </a:solidFill>
            <a:prstDash val="solid"/>
          </a:ln>
        </p:spPr>
      </p:sp>
      <p:sp>
        <p:nvSpPr>
          <p:cNvPr id="15" name="Text 12"/>
          <p:cNvSpPr txBox="1"/>
          <p:nvPr/>
        </p:nvSpPr>
        <p:spPr>
          <a:xfrm>
            <a:off x="6144585" y="265176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6E9A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2027. 03</a:t>
            </a:r>
            <a:endParaRPr lang="en-US" sz="1400" dirty="0"/>
          </a:p>
        </p:txBody>
      </p:sp>
      <p:sp>
        <p:nvSpPr>
          <p:cNvPr id="16" name="Text 13"/>
          <p:cNvSpPr txBox="1"/>
          <p:nvPr/>
        </p:nvSpPr>
        <p:spPr>
          <a:xfrm>
            <a:off x="6144585" y="3840480"/>
            <a:ext cx="1828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33402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예물 · 혼수</a:t>
            </a:r>
            <a:endParaRPr lang="en-US" sz="1600" dirty="0"/>
          </a:p>
        </p:txBody>
      </p:sp>
      <p:sp>
        <p:nvSpPr>
          <p:cNvPr id="17" name="Shape 14"/>
          <p:cNvSpPr/>
          <p:nvPr/>
        </p:nvSpPr>
        <p:spPr>
          <a:xfrm>
            <a:off x="8747516" y="3191256"/>
            <a:ext cx="475488" cy="475488"/>
          </a:xfrm>
          <a:prstGeom prst="ellipse">
            <a:avLst/>
          </a:prstGeom>
          <a:solidFill>
            <a:srgbClr val="FFFFFF"/>
          </a:solidFill>
          <a:ln w="25400">
            <a:solidFill>
              <a:srgbClr val="6E9A69"/>
            </a:solidFill>
            <a:prstDash val="solid"/>
          </a:ln>
        </p:spPr>
      </p:sp>
      <p:sp>
        <p:nvSpPr>
          <p:cNvPr id="18" name="Text 15"/>
          <p:cNvSpPr txBox="1"/>
          <p:nvPr/>
        </p:nvSpPr>
        <p:spPr>
          <a:xfrm>
            <a:off x="8070860" y="265176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6E9A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2027. 04</a:t>
            </a:r>
            <a:endParaRPr lang="en-US" sz="1400" dirty="0"/>
          </a:p>
        </p:txBody>
      </p:sp>
      <p:sp>
        <p:nvSpPr>
          <p:cNvPr id="19" name="Text 16"/>
          <p:cNvSpPr txBox="1"/>
          <p:nvPr/>
        </p:nvSpPr>
        <p:spPr>
          <a:xfrm>
            <a:off x="8070860" y="3840480"/>
            <a:ext cx="1828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33402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신혼집 입주</a:t>
            </a:r>
            <a:endParaRPr lang="en-US" sz="1600" dirty="0"/>
          </a:p>
        </p:txBody>
      </p:sp>
      <p:sp>
        <p:nvSpPr>
          <p:cNvPr id="20" name="Shape 17"/>
          <p:cNvSpPr/>
          <p:nvPr/>
        </p:nvSpPr>
        <p:spPr>
          <a:xfrm>
            <a:off x="10673791" y="3191256"/>
            <a:ext cx="475488" cy="475488"/>
          </a:xfrm>
          <a:prstGeom prst="ellipse">
            <a:avLst/>
          </a:prstGeom>
          <a:solidFill>
            <a:srgbClr val="F2A65A"/>
          </a:solidFill>
          <a:ln w="25400">
            <a:solidFill>
              <a:srgbClr val="F2A65A"/>
            </a:solidFill>
            <a:prstDash val="solid"/>
          </a:ln>
        </p:spPr>
      </p:sp>
      <p:pic>
        <p:nvPicPr>
          <p:cNvPr id="21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792663" y="3319272"/>
            <a:ext cx="237744" cy="237744"/>
          </a:xfrm>
          <a:prstGeom prst="rect">
            <a:avLst/>
          </a:prstGeom>
        </p:spPr>
      </p:pic>
      <p:sp>
        <p:nvSpPr>
          <p:cNvPr id="22" name="Text 18"/>
          <p:cNvSpPr txBox="1"/>
          <p:nvPr/>
        </p:nvSpPr>
        <p:spPr>
          <a:xfrm>
            <a:off x="9997135" y="265176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6E9A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2027. 05</a:t>
            </a:r>
            <a:endParaRPr lang="en-US" sz="1400" dirty="0"/>
          </a:p>
        </p:txBody>
      </p:sp>
      <p:sp>
        <p:nvSpPr>
          <p:cNvPr id="23" name="Text 19"/>
          <p:cNvSpPr txBox="1"/>
          <p:nvPr/>
        </p:nvSpPr>
        <p:spPr>
          <a:xfrm>
            <a:off x="9997135" y="3840480"/>
            <a:ext cx="1828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33402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결혼식</a:t>
            </a:r>
            <a:endParaRPr lang="en-US" sz="1600" dirty="0"/>
          </a:p>
        </p:txBody>
      </p:sp>
      <p:sp>
        <p:nvSpPr>
          <p:cNvPr id="24" name="Shape 20"/>
          <p:cNvSpPr/>
          <p:nvPr/>
        </p:nvSpPr>
        <p:spPr>
          <a:xfrm>
            <a:off x="731520" y="2011680"/>
            <a:ext cx="1097280" cy="329184"/>
          </a:xfrm>
          <a:prstGeom prst="roundRect">
            <a:avLst>
              <a:gd name="adj" fmla="val 50000"/>
            </a:avLst>
          </a:prstGeom>
          <a:ln w="12700">
            <a:solidFill>
              <a:srgbClr val="6E9A69"/>
            </a:solidFill>
            <a:prstDash val="solid"/>
          </a:ln>
        </p:spPr>
      </p:sp>
      <p:sp>
        <p:nvSpPr>
          <p:cNvPr id="25" name="Text 21"/>
          <p:cNvSpPr txBox="1"/>
          <p:nvPr/>
        </p:nvSpPr>
        <p:spPr>
          <a:xfrm>
            <a:off x="731520" y="2011680"/>
            <a:ext cx="10972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6E9A6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지금 여기</a:t>
            </a:r>
            <a:endParaRPr lang="en-US" sz="1200" dirty="0"/>
          </a:p>
        </p:txBody>
      </p:sp>
      <p:sp>
        <p:nvSpPr>
          <p:cNvPr id="26" name="Shape 22"/>
          <p:cNvSpPr/>
          <p:nvPr/>
        </p:nvSpPr>
        <p:spPr>
          <a:xfrm>
            <a:off x="1280160" y="4709160"/>
            <a:ext cx="9631375" cy="1143000"/>
          </a:xfrm>
          <a:prstGeom prst="roundRect">
            <a:avLst>
              <a:gd name="adj" fmla="val 14400"/>
            </a:avLst>
          </a:prstGeom>
          <a:solidFill>
            <a:srgbClr val="FFFFFF"/>
          </a:solidFill>
          <a:ln w="9525">
            <a:solidFill>
              <a:srgbClr val="E4E9DC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4000"/>
              </a:srgbClr>
            </a:outerShdw>
          </a:effectLst>
        </p:spPr>
      </p:sp>
      <p:pic>
        <p:nvPicPr>
          <p:cNvPr id="2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00200" y="5093208"/>
            <a:ext cx="365760" cy="365760"/>
          </a:xfrm>
          <a:prstGeom prst="rect">
            <a:avLst/>
          </a:prstGeom>
        </p:spPr>
      </p:pic>
      <p:sp>
        <p:nvSpPr>
          <p:cNvPr id="28" name="Text 23"/>
          <p:cNvSpPr txBox="1"/>
          <p:nvPr/>
        </p:nvSpPr>
        <p:spPr>
          <a:xfrm>
            <a:off x="2194560" y="4846320"/>
            <a:ext cx="835121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33402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지금은 상견례를 마치고 예식장을 알아보고 있어요. 큰 일정은 두 사람이 정리해서 양가에 미리 말씀드릴게요.</a:t>
            </a:r>
            <a:endParaRPr lang="en-US" sz="15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1" type="title" hasCustomPrompt="1"/>
          </p:nvPr>
        </p:nvSpPr>
        <p:spPr>
          <a:xfrm>
            <a:off x="1143000" y="457200"/>
            <a:ext cx="9601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33402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결혼 준비 현황</a:t>
            </a:r>
            <a:endParaRPr lang="en-US" sz="2800" dirty="0"/>
          </a:p>
        </p:txBody>
      </p:sp>
      <p:graphicFrame>
        <p:nvGraphicFramePr>
          <p:cNvPr id="1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1005840" y="1691640"/>
          <a:ext cx="10180015" cy="914400"/>
        </p:xfrm>
        <a:graphic>
          <a:graphicData uri="http://schemas.openxmlformats.org/drawingml/2006/table">
            <a:tbl>
              <a:tblPr/>
              <a:tblGrid>
                <a:gridCol w="2377440"/>
                <a:gridCol w="5788152"/>
                <a:gridCol w="2011680"/>
              </a:tblGrid>
              <a:tr h="56692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항목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82880" marR="182880" marT="0" marB="0" anchor="ctr">
                    <a:lnL w="9525" cap="flat" cmpd="sng" algn="ctr">
                      <a:solidFill>
                        <a:srgbClr val="D6E2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2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2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2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E9A6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내용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82880" marR="182880" marT="0" marB="0" anchor="ctr">
                    <a:lnL w="9525" cap="flat" cmpd="sng" algn="ctr">
                      <a:solidFill>
                        <a:srgbClr val="D6E2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2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2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2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E9A6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진행 상황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82880" marR="182880" marT="0" marB="0" anchor="ctr">
                    <a:lnL w="9525" cap="flat" cmpd="sng" algn="ctr">
                      <a:solidFill>
                        <a:srgbClr val="D6E2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2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2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2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E9A69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b="1" dirty="0">
                          <a:solidFill>
                            <a:srgbClr val="33402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예식 날짜</a:t>
                      </a:r>
                      <a:endParaRPr lang="en-US" sz="15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82880" marR="182880" marT="0" marB="0" anchor="ctr">
                    <a:lnL w="9525" cap="flat" cmpd="sng" algn="ctr">
                      <a:solidFill>
                        <a:srgbClr val="D6E2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2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2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2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33402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2027년 5월 15일 토요일 낮 12시</a:t>
                      </a:r>
                      <a:endParaRPr lang="en-US" sz="15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82880" marR="182880" marT="0" marB="0" anchor="ctr">
                    <a:lnL w="9525" cap="flat" cmpd="sng" algn="ctr">
                      <a:solidFill>
                        <a:srgbClr val="D6E2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2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2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2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6E9A69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확정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82880" marR="182880" marT="0" marB="0" anchor="ctr">
                    <a:lnL w="9525" cap="flat" cmpd="sng" algn="ctr">
                      <a:solidFill>
                        <a:srgbClr val="D6E2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2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2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2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b="1" dirty="0">
                          <a:solidFill>
                            <a:srgbClr val="33402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예식장</a:t>
                      </a:r>
                      <a:endParaRPr lang="en-US" sz="15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82880" marR="182880" marT="0" marB="0" anchor="ctr">
                    <a:lnL w="9525" cap="flat" cmpd="sng" algn="ctr">
                      <a:solidFill>
                        <a:srgbClr val="D6E2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2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2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2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33402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○○웨딩홀 3층 그랜드홀</a:t>
                      </a:r>
                      <a:endParaRPr lang="en-US" sz="15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82880" marR="182880" marT="0" marB="0" anchor="ctr">
                    <a:lnL w="9525" cap="flat" cmpd="sng" algn="ctr">
                      <a:solidFill>
                        <a:srgbClr val="D6E2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2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2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2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6E9A69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계약 완료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82880" marR="182880" marT="0" marB="0" anchor="ctr">
                    <a:lnL w="9525" cap="flat" cmpd="sng" algn="ctr">
                      <a:solidFill>
                        <a:srgbClr val="D6E2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2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2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2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b="1" dirty="0">
                          <a:solidFill>
                            <a:srgbClr val="33402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스드메</a:t>
                      </a:r>
                      <a:endParaRPr lang="en-US" sz="15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82880" marR="182880" marT="0" marB="0" anchor="ctr">
                    <a:lnL w="9525" cap="flat" cmpd="sng" algn="ctr">
                      <a:solidFill>
                        <a:srgbClr val="D6E2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2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2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2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33402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업체 비교 중</a:t>
                      </a:r>
                      <a:endParaRPr lang="en-US" sz="15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82880" marR="182880" marT="0" marB="0" anchor="ctr">
                    <a:lnL w="9525" cap="flat" cmpd="sng" algn="ctr">
                      <a:solidFill>
                        <a:srgbClr val="D6E2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2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2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2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F2A65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진행 중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82880" marR="182880" marT="0" marB="0" anchor="ctr">
                    <a:lnL w="9525" cap="flat" cmpd="sng" algn="ctr">
                      <a:solidFill>
                        <a:srgbClr val="D6E2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2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2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2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b="1" dirty="0">
                          <a:solidFill>
                            <a:srgbClr val="33402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신혼여행</a:t>
                      </a:r>
                      <a:endParaRPr lang="en-US" sz="15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82880" marR="182880" marT="0" marB="0" anchor="ctr">
                    <a:lnL w="9525" cap="flat" cmpd="sng" algn="ctr">
                      <a:solidFill>
                        <a:srgbClr val="D6E2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2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2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2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33402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이탈리아 8박 9일</a:t>
                      </a:r>
                      <a:endParaRPr lang="en-US" sz="15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82880" marR="182880" marT="0" marB="0" anchor="ctr">
                    <a:lnL w="9525" cap="flat" cmpd="sng" algn="ctr">
                      <a:solidFill>
                        <a:srgbClr val="D6E2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2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2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2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6B7864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예정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82880" marR="182880" marT="0" marB="0" anchor="ctr">
                    <a:lnL w="9525" cap="flat" cmpd="sng" algn="ctr">
                      <a:solidFill>
                        <a:srgbClr val="D6E2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2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2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2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b="1" dirty="0">
                          <a:solidFill>
                            <a:srgbClr val="33402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신혼집</a:t>
                      </a:r>
                      <a:endParaRPr lang="en-US" sz="15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82880" marR="182880" marT="0" marB="0" anchor="ctr">
                    <a:lnL w="9525" cap="flat" cmpd="sng" algn="ctr">
                      <a:solidFill>
                        <a:srgbClr val="D6E2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2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2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2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33402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○○동 아파트</a:t>
                      </a:r>
                      <a:endParaRPr lang="en-US" sz="15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82880" marR="182880" marT="0" marB="0" anchor="ctr">
                    <a:lnL w="9525" cap="flat" cmpd="sng" algn="ctr">
                      <a:solidFill>
                        <a:srgbClr val="D6E2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2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2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2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6E9A69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계약 완료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82880" marR="182880" marT="0" marB="0" anchor="ctr">
                    <a:lnL w="9525" cap="flat" cmpd="sng" algn="ctr">
                      <a:solidFill>
                        <a:srgbClr val="D6E2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2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2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2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b="1" dirty="0">
                          <a:solidFill>
                            <a:srgbClr val="33402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예물 · 예단</a:t>
                      </a:r>
                      <a:endParaRPr lang="en-US" sz="15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82880" marR="182880" marT="0" marB="0" anchor="ctr">
                    <a:lnL w="9525" cap="flat" cmpd="sng" algn="ctr">
                      <a:solidFill>
                        <a:srgbClr val="D6E2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2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2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2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33402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양가와 상의해 간소하게</a:t>
                      </a:r>
                      <a:endParaRPr lang="en-US" sz="15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82880" marR="182880" marT="0" marB="0" anchor="ctr">
                    <a:lnL w="9525" cap="flat" cmpd="sng" algn="ctr">
                      <a:solidFill>
                        <a:srgbClr val="D6E2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2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2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2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6B7864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상의 중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82880" marR="182880" marT="0" marB="0" anchor="ctr">
                    <a:lnL w="9525" cap="flat" cmpd="sng" algn="ctr">
                      <a:solidFill>
                        <a:srgbClr val="D6E2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2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2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2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1" type="title" hasCustomPrompt="1"/>
          </p:nvPr>
        </p:nvSpPr>
        <p:spPr>
          <a:xfrm>
            <a:off x="1143000" y="457200"/>
            <a:ext cx="9601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33402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예식장을 소개합니다</a:t>
            </a:r>
            <a:endParaRPr lang="en-US" sz="2800" dirty="0"/>
          </a:p>
        </p:txBody>
      </p:sp>
      <p:sp>
        <p:nvSpPr>
          <p:cNvPr id="4" name="Shape 1"/>
          <p:cNvSpPr/>
          <p:nvPr/>
        </p:nvSpPr>
        <p:spPr>
          <a:xfrm>
            <a:off x="822960" y="1600200"/>
            <a:ext cx="6309360" cy="4434840"/>
          </a:xfrm>
          <a:prstGeom prst="rect">
            <a:avLst/>
          </a:prstGeom>
          <a:solidFill>
            <a:srgbClr val="FFFFFF"/>
          </a:solidFill>
          <a:ln w="9525">
            <a:solidFill>
              <a:srgbClr val="E4E9DC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4000"/>
              </a:srgbClr>
            </a:outerShdw>
          </a:effectLst>
        </p:spPr>
      </p:sp>
      <p:sp>
        <p:nvSpPr>
          <p:cNvPr id="5" name="사진 칸"/>
          <p:cNvSpPr/>
          <p:nvPr/>
        </p:nvSpPr>
        <p:spPr>
          <a:xfrm>
            <a:off x="950976" y="1728216"/>
            <a:ext cx="6053328" cy="3803904"/>
          </a:xfrm>
          <a:prstGeom prst="rect">
            <a:avLst/>
          </a:prstGeom>
          <a:solidFill>
            <a:srgbClr val="E2ECD6"/>
          </a:solidFill>
          <a:ln w="12700">
            <a:solidFill>
              <a:srgbClr val="E2ECD6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 rot="-240000">
            <a:off x="3474720" y="1490472"/>
            <a:ext cx="1005840" cy="237744"/>
          </a:xfrm>
          <a:prstGeom prst="rect">
            <a:avLst/>
          </a:prstGeom>
          <a:solidFill>
            <a:srgbClr val="F2A65A">
              <a:alpha val="65000"/>
            </a:srgbClr>
          </a:solidFill>
          <a:ln w="12700">
            <a:solidFill>
              <a:srgbClr val="F2A65A">
                <a:alpha val="65000"/>
              </a:srgbClr>
            </a:solidFill>
            <a:prstDash val="solid"/>
          </a:ln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>
            <a:alphaModFix amt="80000"/>
          </a:blip>
          <a:stretch>
            <a:fillRect/>
          </a:stretch>
        </p:blipFill>
        <p:spPr>
          <a:xfrm>
            <a:off x="3749040" y="3287268"/>
            <a:ext cx="457200" cy="457200"/>
          </a:xfrm>
          <a:prstGeom prst="rect">
            <a:avLst/>
          </a:prstGeom>
        </p:spPr>
      </p:pic>
      <p:sp>
        <p:nvSpPr>
          <p:cNvPr id="8" name="Text 4"/>
          <p:cNvSpPr txBox="1"/>
          <p:nvPr/>
        </p:nvSpPr>
        <p:spPr>
          <a:xfrm>
            <a:off x="950976" y="3817620"/>
            <a:ext cx="60533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E9A6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예식장 사진</a:t>
            </a:r>
            <a:endParaRPr lang="en-US" sz="1100" dirty="0"/>
          </a:p>
        </p:txBody>
      </p:sp>
      <p:sp>
        <p:nvSpPr>
          <p:cNvPr id="9" name="Text 5"/>
          <p:cNvSpPr txBox="1"/>
          <p:nvPr/>
        </p:nvSpPr>
        <p:spPr>
          <a:xfrm>
            <a:off x="7498080" y="1645920"/>
            <a:ext cx="3749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6E9A6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예식장</a:t>
            </a:r>
            <a:endParaRPr lang="en-US" sz="1200" dirty="0"/>
          </a:p>
        </p:txBody>
      </p:sp>
      <p:sp>
        <p:nvSpPr>
          <p:cNvPr id="10" name="Text 6"/>
          <p:cNvSpPr txBox="1"/>
          <p:nvPr/>
        </p:nvSpPr>
        <p:spPr>
          <a:xfrm>
            <a:off x="7498080" y="1956816"/>
            <a:ext cx="3749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33402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○○웨딩홀 3층 그랜드홀</a:t>
            </a:r>
            <a:endParaRPr lang="en-US" sz="1500" dirty="0"/>
          </a:p>
        </p:txBody>
      </p:sp>
      <p:sp>
        <p:nvSpPr>
          <p:cNvPr id="11" name="Text 7"/>
          <p:cNvSpPr txBox="1"/>
          <p:nvPr/>
        </p:nvSpPr>
        <p:spPr>
          <a:xfrm>
            <a:off x="7498080" y="2514600"/>
            <a:ext cx="3749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6E9A6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일시</a:t>
            </a:r>
            <a:endParaRPr lang="en-US" sz="1200" dirty="0"/>
          </a:p>
        </p:txBody>
      </p:sp>
      <p:sp>
        <p:nvSpPr>
          <p:cNvPr id="12" name="Text 8"/>
          <p:cNvSpPr txBox="1"/>
          <p:nvPr/>
        </p:nvSpPr>
        <p:spPr>
          <a:xfrm>
            <a:off x="7498080" y="2825496"/>
            <a:ext cx="3749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33402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2027년 5월 15일 토요일 낮 12시</a:t>
            </a:r>
            <a:endParaRPr lang="en-US" sz="1500" dirty="0"/>
          </a:p>
        </p:txBody>
      </p:sp>
      <p:sp>
        <p:nvSpPr>
          <p:cNvPr id="13" name="Text 9"/>
          <p:cNvSpPr txBox="1"/>
          <p:nvPr/>
        </p:nvSpPr>
        <p:spPr>
          <a:xfrm>
            <a:off x="7498080" y="3383280"/>
            <a:ext cx="3749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6E9A6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주소</a:t>
            </a:r>
            <a:endParaRPr lang="en-US" sz="1200" dirty="0"/>
          </a:p>
        </p:txBody>
      </p:sp>
      <p:sp>
        <p:nvSpPr>
          <p:cNvPr id="14" name="Text 10"/>
          <p:cNvSpPr txBox="1"/>
          <p:nvPr/>
        </p:nvSpPr>
        <p:spPr>
          <a:xfrm>
            <a:off x="7498080" y="3694176"/>
            <a:ext cx="3749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33402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서울 ○○구 ○○로 00</a:t>
            </a:r>
            <a:endParaRPr lang="en-US" sz="1500" dirty="0"/>
          </a:p>
        </p:txBody>
      </p:sp>
      <p:sp>
        <p:nvSpPr>
          <p:cNvPr id="15" name="Text 11"/>
          <p:cNvSpPr txBox="1"/>
          <p:nvPr/>
        </p:nvSpPr>
        <p:spPr>
          <a:xfrm>
            <a:off x="7498080" y="4251960"/>
            <a:ext cx="3749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6E9A6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식사</a:t>
            </a:r>
            <a:endParaRPr lang="en-US" sz="1200" dirty="0"/>
          </a:p>
        </p:txBody>
      </p:sp>
      <p:sp>
        <p:nvSpPr>
          <p:cNvPr id="16" name="Text 12"/>
          <p:cNvSpPr txBox="1"/>
          <p:nvPr/>
        </p:nvSpPr>
        <p:spPr>
          <a:xfrm>
            <a:off x="7498080" y="4562856"/>
            <a:ext cx="3749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33402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한식 코스</a:t>
            </a:r>
            <a:endParaRPr lang="en-US" sz="1500" dirty="0"/>
          </a:p>
        </p:txBody>
      </p:sp>
      <p:sp>
        <p:nvSpPr>
          <p:cNvPr id="17" name="Text 13"/>
          <p:cNvSpPr txBox="1"/>
          <p:nvPr/>
        </p:nvSpPr>
        <p:spPr>
          <a:xfrm>
            <a:off x="7498080" y="5120640"/>
            <a:ext cx="3749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6E9A6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주차</a:t>
            </a:r>
            <a:endParaRPr lang="en-US" sz="1200" dirty="0"/>
          </a:p>
        </p:txBody>
      </p:sp>
      <p:sp>
        <p:nvSpPr>
          <p:cNvPr id="18" name="Text 14"/>
          <p:cNvSpPr txBox="1"/>
          <p:nvPr/>
        </p:nvSpPr>
        <p:spPr>
          <a:xfrm>
            <a:off x="7498080" y="5431536"/>
            <a:ext cx="3749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33402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건물 지하 주차장 2시간 무료</a:t>
            </a:r>
            <a:endParaRPr lang="en-US" sz="15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1" type="title" hasCustomPrompt="1"/>
          </p:nvPr>
        </p:nvSpPr>
        <p:spPr>
          <a:xfrm>
            <a:off x="1143000" y="457200"/>
            <a:ext cx="9601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33402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웨딩 촬영</a:t>
            </a:r>
            <a:endParaRPr lang="en-US" sz="2800" dirty="0"/>
          </a:p>
        </p:txBody>
      </p:sp>
      <p:sp>
        <p:nvSpPr>
          <p:cNvPr id="4" name="Shape 1"/>
          <p:cNvSpPr/>
          <p:nvPr/>
        </p:nvSpPr>
        <p:spPr>
          <a:xfrm>
            <a:off x="822960" y="1600200"/>
            <a:ext cx="4846320" cy="4434840"/>
          </a:xfrm>
          <a:prstGeom prst="rect">
            <a:avLst/>
          </a:prstGeom>
          <a:solidFill>
            <a:srgbClr val="FFFFFF"/>
          </a:solidFill>
          <a:ln w="9525">
            <a:solidFill>
              <a:srgbClr val="E4E9DC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4000"/>
              </a:srgbClr>
            </a:outerShdw>
          </a:effectLst>
        </p:spPr>
      </p:sp>
      <p:sp>
        <p:nvSpPr>
          <p:cNvPr id="5" name="사진 칸"/>
          <p:cNvSpPr/>
          <p:nvPr/>
        </p:nvSpPr>
        <p:spPr>
          <a:xfrm>
            <a:off x="950976" y="1728216"/>
            <a:ext cx="4590288" cy="3803904"/>
          </a:xfrm>
          <a:prstGeom prst="rect">
            <a:avLst/>
          </a:prstGeom>
          <a:solidFill>
            <a:srgbClr val="E2ECD6"/>
          </a:solidFill>
          <a:ln w="12700">
            <a:solidFill>
              <a:srgbClr val="E2ECD6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 rot="-240000">
            <a:off x="2743200" y="1490472"/>
            <a:ext cx="1005840" cy="237744"/>
          </a:xfrm>
          <a:prstGeom prst="rect">
            <a:avLst/>
          </a:prstGeom>
          <a:solidFill>
            <a:srgbClr val="F2A65A">
              <a:alpha val="65000"/>
            </a:srgbClr>
          </a:solidFill>
          <a:ln w="12700">
            <a:solidFill>
              <a:srgbClr val="F2A65A">
                <a:alpha val="65000"/>
              </a:srgbClr>
            </a:solidFill>
            <a:prstDash val="solid"/>
          </a:ln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>
            <a:alphaModFix amt="80000"/>
          </a:blip>
          <a:stretch>
            <a:fillRect/>
          </a:stretch>
        </p:blipFill>
        <p:spPr>
          <a:xfrm>
            <a:off x="3017520" y="3287268"/>
            <a:ext cx="457200" cy="457200"/>
          </a:xfrm>
          <a:prstGeom prst="rect">
            <a:avLst/>
          </a:prstGeom>
        </p:spPr>
      </p:pic>
      <p:sp>
        <p:nvSpPr>
          <p:cNvPr id="8" name="Text 4"/>
          <p:cNvSpPr txBox="1"/>
          <p:nvPr/>
        </p:nvSpPr>
        <p:spPr>
          <a:xfrm>
            <a:off x="950976" y="3817620"/>
            <a:ext cx="45902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E9A6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대표 사진</a:t>
            </a:r>
            <a:endParaRPr lang="en-US" sz="1100" dirty="0"/>
          </a:p>
        </p:txBody>
      </p:sp>
      <p:sp>
        <p:nvSpPr>
          <p:cNvPr id="9" name="Shape 5"/>
          <p:cNvSpPr/>
          <p:nvPr/>
        </p:nvSpPr>
        <p:spPr>
          <a:xfrm>
            <a:off x="5897880" y="1600200"/>
            <a:ext cx="2651760" cy="2103120"/>
          </a:xfrm>
          <a:prstGeom prst="rect">
            <a:avLst/>
          </a:prstGeom>
          <a:solidFill>
            <a:srgbClr val="FFFFFF"/>
          </a:solidFill>
          <a:ln w="9525">
            <a:solidFill>
              <a:srgbClr val="E4E9DC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4000"/>
              </a:srgbClr>
            </a:outerShdw>
          </a:effectLst>
        </p:spPr>
      </p:sp>
      <p:sp>
        <p:nvSpPr>
          <p:cNvPr id="10" name="사진 칸"/>
          <p:cNvSpPr/>
          <p:nvPr/>
        </p:nvSpPr>
        <p:spPr>
          <a:xfrm>
            <a:off x="6025896" y="1728216"/>
            <a:ext cx="2395728" cy="1596542"/>
          </a:xfrm>
          <a:prstGeom prst="rect">
            <a:avLst/>
          </a:prstGeom>
          <a:solidFill>
            <a:srgbClr val="E2ECD6"/>
          </a:solidFill>
          <a:ln w="12700">
            <a:solidFill>
              <a:srgbClr val="E2ECD6"/>
            </a:solidFill>
            <a:prstDash val="solid"/>
          </a:ln>
        </p:spPr>
      </p:sp>
      <p:sp>
        <p:nvSpPr>
          <p:cNvPr id="11" name="Shape 7"/>
          <p:cNvSpPr/>
          <p:nvPr/>
        </p:nvSpPr>
        <p:spPr>
          <a:xfrm rot="180000">
            <a:off x="6720840" y="1490472"/>
            <a:ext cx="1005840" cy="237744"/>
          </a:xfrm>
          <a:prstGeom prst="rect">
            <a:avLst/>
          </a:prstGeom>
          <a:solidFill>
            <a:srgbClr val="F2A65A">
              <a:alpha val="65000"/>
            </a:srgbClr>
          </a:solidFill>
          <a:ln w="12700">
            <a:solidFill>
              <a:srgbClr val="F2A65A">
                <a:alpha val="65000"/>
              </a:srgbClr>
            </a:solidFill>
            <a:prstDash val="solid"/>
          </a:ln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>
            <a:alphaModFix amt="80000"/>
          </a:blip>
          <a:stretch>
            <a:fillRect/>
          </a:stretch>
        </p:blipFill>
        <p:spPr>
          <a:xfrm>
            <a:off x="7048140" y="2350868"/>
            <a:ext cx="351239" cy="351239"/>
          </a:xfrm>
          <a:prstGeom prst="rect">
            <a:avLst/>
          </a:prstGeom>
        </p:spPr>
      </p:pic>
      <p:sp>
        <p:nvSpPr>
          <p:cNvPr id="13" name="Shape 8"/>
          <p:cNvSpPr/>
          <p:nvPr/>
        </p:nvSpPr>
        <p:spPr>
          <a:xfrm>
            <a:off x="5897880" y="3931920"/>
            <a:ext cx="2651760" cy="2103120"/>
          </a:xfrm>
          <a:prstGeom prst="rect">
            <a:avLst/>
          </a:prstGeom>
          <a:solidFill>
            <a:srgbClr val="FFFFFF"/>
          </a:solidFill>
          <a:ln w="9525">
            <a:solidFill>
              <a:srgbClr val="E4E9DC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4000"/>
              </a:srgbClr>
            </a:outerShdw>
          </a:effectLst>
        </p:spPr>
      </p:sp>
      <p:sp>
        <p:nvSpPr>
          <p:cNvPr id="14" name="사진 칸"/>
          <p:cNvSpPr/>
          <p:nvPr/>
        </p:nvSpPr>
        <p:spPr>
          <a:xfrm>
            <a:off x="6025896" y="4059936"/>
            <a:ext cx="2395728" cy="1596542"/>
          </a:xfrm>
          <a:prstGeom prst="rect">
            <a:avLst/>
          </a:prstGeom>
          <a:solidFill>
            <a:srgbClr val="E2ECD6"/>
          </a:solidFill>
          <a:ln w="12700">
            <a:solidFill>
              <a:srgbClr val="E2ECD6"/>
            </a:solidFill>
            <a:prstDash val="solid"/>
          </a:ln>
        </p:spPr>
      </p:sp>
      <p:pic>
        <p:nvPicPr>
          <p:cNvPr id="15" name="Image 2" descr="preencoded.png">    </p:cNvPr>
          <p:cNvPicPr>
            <a:picLocks noChangeAspect="1"/>
          </p:cNvPicPr>
          <p:nvPr/>
        </p:nvPicPr>
        <p:blipFill>
          <a:blip r:embed="rId3">
            <a:alphaModFix amt="80000"/>
          </a:blip>
          <a:stretch>
            <a:fillRect/>
          </a:stretch>
        </p:blipFill>
        <p:spPr>
          <a:xfrm>
            <a:off x="7048140" y="4682588"/>
            <a:ext cx="351239" cy="351239"/>
          </a:xfrm>
          <a:prstGeom prst="rect">
            <a:avLst/>
          </a:prstGeom>
        </p:spPr>
      </p:pic>
      <p:sp>
        <p:nvSpPr>
          <p:cNvPr id="16" name="Shape 10"/>
          <p:cNvSpPr/>
          <p:nvPr/>
        </p:nvSpPr>
        <p:spPr>
          <a:xfrm>
            <a:off x="8778240" y="1600200"/>
            <a:ext cx="2590495" cy="4434840"/>
          </a:xfrm>
          <a:prstGeom prst="rect">
            <a:avLst/>
          </a:prstGeom>
          <a:solidFill>
            <a:srgbClr val="FFFFFF"/>
          </a:solidFill>
          <a:ln w="9525">
            <a:solidFill>
              <a:srgbClr val="E4E9DC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4000"/>
              </a:srgbClr>
            </a:outerShdw>
          </a:effectLst>
        </p:spPr>
      </p:sp>
      <p:sp>
        <p:nvSpPr>
          <p:cNvPr id="17" name="사진 칸"/>
          <p:cNvSpPr/>
          <p:nvPr/>
        </p:nvSpPr>
        <p:spPr>
          <a:xfrm>
            <a:off x="8906256" y="1728216"/>
            <a:ext cx="2334463" cy="3803904"/>
          </a:xfrm>
          <a:prstGeom prst="rect">
            <a:avLst/>
          </a:prstGeom>
          <a:solidFill>
            <a:srgbClr val="E2ECD6"/>
          </a:solidFill>
          <a:ln w="12700">
            <a:solidFill>
              <a:srgbClr val="E2ECD6"/>
            </a:solidFill>
            <a:prstDash val="solid"/>
          </a:ln>
        </p:spPr>
      </p:sp>
      <p:sp>
        <p:nvSpPr>
          <p:cNvPr id="18" name="Shape 12"/>
          <p:cNvSpPr/>
          <p:nvPr/>
        </p:nvSpPr>
        <p:spPr>
          <a:xfrm rot="-180000">
            <a:off x="9570568" y="1490472"/>
            <a:ext cx="1005840" cy="237744"/>
          </a:xfrm>
          <a:prstGeom prst="rect">
            <a:avLst/>
          </a:prstGeom>
          <a:solidFill>
            <a:srgbClr val="F2A65A">
              <a:alpha val="65000"/>
            </a:srgbClr>
          </a:solidFill>
          <a:ln w="12700">
            <a:solidFill>
              <a:srgbClr val="F2A65A">
                <a:alpha val="65000"/>
              </a:srgbClr>
            </a:solidFill>
            <a:prstDash val="solid"/>
          </a:ln>
        </p:spPr>
      </p:sp>
      <p:pic>
        <p:nvPicPr>
          <p:cNvPr id="19" name="Image 3" descr="preencoded.png">    </p:cNvPr>
          <p:cNvPicPr>
            <a:picLocks noChangeAspect="1"/>
          </p:cNvPicPr>
          <p:nvPr/>
        </p:nvPicPr>
        <p:blipFill>
          <a:blip r:embed="rId4">
            <a:alphaModFix amt="80000"/>
          </a:blip>
          <a:stretch>
            <a:fillRect/>
          </a:stretch>
        </p:blipFill>
        <p:spPr>
          <a:xfrm>
            <a:off x="9844888" y="3287268"/>
            <a:ext cx="457200" cy="457200"/>
          </a:xfrm>
          <a:prstGeom prst="rect">
            <a:avLst/>
          </a:prstGeom>
        </p:spPr>
      </p:pic>
      <p:sp>
        <p:nvSpPr>
          <p:cNvPr id="20" name="Text 13"/>
          <p:cNvSpPr txBox="1"/>
          <p:nvPr/>
        </p:nvSpPr>
        <p:spPr>
          <a:xfrm>
            <a:off x="8906256" y="3817620"/>
            <a:ext cx="2334463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E9A6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세로 사진</a:t>
            </a:r>
            <a:endParaRPr lang="en-US" sz="11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1" type="title" hasCustomPrompt="1"/>
          </p:nvPr>
        </p:nvSpPr>
        <p:spPr>
          <a:xfrm>
            <a:off x="1143000" y="457200"/>
            <a:ext cx="9601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33402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앞으로 이렇게 살겠습니다</a:t>
            </a:r>
            <a:endParaRPr lang="en-US" sz="2800" dirty="0"/>
          </a:p>
        </p:txBody>
      </p:sp>
      <p:sp>
        <p:nvSpPr>
          <p:cNvPr id="4" name="Shape 1"/>
          <p:cNvSpPr/>
          <p:nvPr/>
        </p:nvSpPr>
        <p:spPr>
          <a:xfrm>
            <a:off x="731520" y="1600200"/>
            <a:ext cx="5181448" cy="1965960"/>
          </a:xfrm>
          <a:prstGeom prst="roundRect">
            <a:avLst>
              <a:gd name="adj" fmla="val 8372"/>
            </a:avLst>
          </a:prstGeom>
          <a:solidFill>
            <a:srgbClr val="FFFFFF"/>
          </a:solidFill>
          <a:ln w="9525">
            <a:solidFill>
              <a:srgbClr val="E4E9DC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4000"/>
              </a:srgbClr>
            </a:outerShdw>
          </a:effectLst>
        </p:spPr>
      </p:sp>
      <p:sp>
        <p:nvSpPr>
          <p:cNvPr id="5" name="Shape 2"/>
          <p:cNvSpPr/>
          <p:nvPr/>
        </p:nvSpPr>
        <p:spPr>
          <a:xfrm>
            <a:off x="1097280" y="2011680"/>
            <a:ext cx="685800" cy="685800"/>
          </a:xfrm>
          <a:prstGeom prst="ellipse">
            <a:avLst/>
          </a:prstGeom>
          <a:solidFill>
            <a:srgbClr val="5C86B0"/>
          </a:solidFill>
          <a:ln w="12700">
            <a:solidFill>
              <a:srgbClr val="5C86B0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1097280" y="2011680"/>
            <a:ext cx="685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2200" dirty="0"/>
          </a:p>
        </p:txBody>
      </p:sp>
      <p:sp>
        <p:nvSpPr>
          <p:cNvPr id="7" name="Text 4"/>
          <p:cNvSpPr txBox="1"/>
          <p:nvPr/>
        </p:nvSpPr>
        <p:spPr>
          <a:xfrm>
            <a:off x="2057400" y="2011680"/>
            <a:ext cx="353552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33402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서로의 부모님을 내 부모님처럼</a:t>
            </a:r>
            <a:endParaRPr lang="en-US" sz="1800" dirty="0"/>
          </a:p>
        </p:txBody>
      </p:sp>
      <p:sp>
        <p:nvSpPr>
          <p:cNvPr id="8" name="Text 5"/>
          <p:cNvSpPr txBox="1"/>
          <p:nvPr/>
        </p:nvSpPr>
        <p:spPr>
          <a:xfrm>
            <a:off x="2057400" y="2514600"/>
            <a:ext cx="353552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6B786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양가 어른들께 자주 연락드리고 마음을 쓰겠습니다.</a:t>
            </a:r>
            <a:endParaRPr lang="en-US" sz="1400" dirty="0"/>
          </a:p>
        </p:txBody>
      </p:sp>
      <p:sp>
        <p:nvSpPr>
          <p:cNvPr id="9" name="Shape 6"/>
          <p:cNvSpPr/>
          <p:nvPr/>
        </p:nvSpPr>
        <p:spPr>
          <a:xfrm>
            <a:off x="6278728" y="1600200"/>
            <a:ext cx="5181448" cy="1965960"/>
          </a:xfrm>
          <a:prstGeom prst="roundRect">
            <a:avLst>
              <a:gd name="adj" fmla="val 8372"/>
            </a:avLst>
          </a:prstGeom>
          <a:solidFill>
            <a:srgbClr val="FFFFFF"/>
          </a:solidFill>
          <a:ln w="9525">
            <a:solidFill>
              <a:srgbClr val="E4E9DC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4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6644488" y="2011680"/>
            <a:ext cx="685800" cy="685800"/>
          </a:xfrm>
          <a:prstGeom prst="ellipse">
            <a:avLst/>
          </a:prstGeom>
          <a:solidFill>
            <a:srgbClr val="E0806A"/>
          </a:solidFill>
          <a:ln w="12700">
            <a:solidFill>
              <a:srgbClr val="E0806A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6644488" y="2011680"/>
            <a:ext cx="685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2200" dirty="0"/>
          </a:p>
        </p:txBody>
      </p:sp>
      <p:sp>
        <p:nvSpPr>
          <p:cNvPr id="12" name="Text 9"/>
          <p:cNvSpPr txBox="1"/>
          <p:nvPr/>
        </p:nvSpPr>
        <p:spPr>
          <a:xfrm>
            <a:off x="7604608" y="2011680"/>
            <a:ext cx="353552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33402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작은 일도 함께 의논하기</a:t>
            </a:r>
            <a:endParaRPr lang="en-US" sz="1800" dirty="0"/>
          </a:p>
        </p:txBody>
      </p:sp>
      <p:sp>
        <p:nvSpPr>
          <p:cNvPr id="13" name="Text 10"/>
          <p:cNvSpPr txBox="1"/>
          <p:nvPr/>
        </p:nvSpPr>
        <p:spPr>
          <a:xfrm>
            <a:off x="7604608" y="2514600"/>
            <a:ext cx="353552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6B786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중요한 결정은 꼭 둘이 상의해서 정하겠습니다.</a:t>
            </a:r>
            <a:endParaRPr lang="en-US" sz="1400" dirty="0"/>
          </a:p>
        </p:txBody>
      </p:sp>
      <p:sp>
        <p:nvSpPr>
          <p:cNvPr id="14" name="Shape 11"/>
          <p:cNvSpPr/>
          <p:nvPr/>
        </p:nvSpPr>
        <p:spPr>
          <a:xfrm>
            <a:off x="731520" y="3886200"/>
            <a:ext cx="5181448" cy="1965960"/>
          </a:xfrm>
          <a:prstGeom prst="roundRect">
            <a:avLst>
              <a:gd name="adj" fmla="val 8372"/>
            </a:avLst>
          </a:prstGeom>
          <a:solidFill>
            <a:srgbClr val="FFFFFF"/>
          </a:solidFill>
          <a:ln w="9525">
            <a:solidFill>
              <a:srgbClr val="E4E9DC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4000"/>
              </a:srgbClr>
            </a:outerShdw>
          </a:effectLst>
        </p:spPr>
      </p:sp>
      <p:sp>
        <p:nvSpPr>
          <p:cNvPr id="15" name="Shape 12"/>
          <p:cNvSpPr/>
          <p:nvPr/>
        </p:nvSpPr>
        <p:spPr>
          <a:xfrm>
            <a:off x="1097280" y="4297680"/>
            <a:ext cx="685800" cy="685800"/>
          </a:xfrm>
          <a:prstGeom prst="ellipse">
            <a:avLst/>
          </a:prstGeom>
          <a:solidFill>
            <a:srgbClr val="5C86B0"/>
          </a:solidFill>
          <a:ln w="12700">
            <a:solidFill>
              <a:srgbClr val="5C86B0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1097280" y="4297680"/>
            <a:ext cx="685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2200" dirty="0"/>
          </a:p>
        </p:txBody>
      </p:sp>
      <p:sp>
        <p:nvSpPr>
          <p:cNvPr id="17" name="Text 14"/>
          <p:cNvSpPr txBox="1"/>
          <p:nvPr/>
        </p:nvSpPr>
        <p:spPr>
          <a:xfrm>
            <a:off x="2057400" y="4297680"/>
            <a:ext cx="353552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33402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한 달에 한 번은 찾아뵙기</a:t>
            </a:r>
            <a:endParaRPr lang="en-US" sz="1800" dirty="0"/>
          </a:p>
        </p:txBody>
      </p:sp>
      <p:sp>
        <p:nvSpPr>
          <p:cNvPr id="18" name="Text 15"/>
          <p:cNvSpPr txBox="1"/>
          <p:nvPr/>
        </p:nvSpPr>
        <p:spPr>
          <a:xfrm>
            <a:off x="2057400" y="4800600"/>
            <a:ext cx="353552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6B786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바쁘더라도 양가를 번갈아 찾아뵙겠습니다.</a:t>
            </a:r>
            <a:endParaRPr lang="en-US" sz="1400" dirty="0"/>
          </a:p>
        </p:txBody>
      </p:sp>
      <p:sp>
        <p:nvSpPr>
          <p:cNvPr id="19" name="Shape 16"/>
          <p:cNvSpPr/>
          <p:nvPr/>
        </p:nvSpPr>
        <p:spPr>
          <a:xfrm>
            <a:off x="6278728" y="3886200"/>
            <a:ext cx="5181448" cy="1965960"/>
          </a:xfrm>
          <a:prstGeom prst="roundRect">
            <a:avLst>
              <a:gd name="adj" fmla="val 8372"/>
            </a:avLst>
          </a:prstGeom>
          <a:solidFill>
            <a:srgbClr val="FFFFFF"/>
          </a:solidFill>
          <a:ln w="9525">
            <a:solidFill>
              <a:srgbClr val="E4E9DC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4000"/>
              </a:srgbClr>
            </a:outerShdw>
          </a:effectLst>
        </p:spPr>
      </p:sp>
      <p:sp>
        <p:nvSpPr>
          <p:cNvPr id="20" name="Shape 17"/>
          <p:cNvSpPr/>
          <p:nvPr/>
        </p:nvSpPr>
        <p:spPr>
          <a:xfrm>
            <a:off x="6644488" y="4297680"/>
            <a:ext cx="685800" cy="685800"/>
          </a:xfrm>
          <a:prstGeom prst="ellipse">
            <a:avLst/>
          </a:prstGeom>
          <a:solidFill>
            <a:srgbClr val="E0806A"/>
          </a:solidFill>
          <a:ln w="12700">
            <a:solidFill>
              <a:srgbClr val="E0806A"/>
            </a:solidFill>
            <a:prstDash val="solid"/>
          </a:ln>
        </p:spPr>
      </p:sp>
      <p:sp>
        <p:nvSpPr>
          <p:cNvPr id="21" name="Text 18"/>
          <p:cNvSpPr txBox="1"/>
          <p:nvPr/>
        </p:nvSpPr>
        <p:spPr>
          <a:xfrm>
            <a:off x="6644488" y="4297680"/>
            <a:ext cx="685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2200" dirty="0"/>
          </a:p>
        </p:txBody>
      </p:sp>
      <p:sp>
        <p:nvSpPr>
          <p:cNvPr id="22" name="Text 19"/>
          <p:cNvSpPr txBox="1"/>
          <p:nvPr/>
        </p:nvSpPr>
        <p:spPr>
          <a:xfrm>
            <a:off x="7604608" y="4297680"/>
            <a:ext cx="353552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33402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웃음이 많은 집 만들기</a:t>
            </a:r>
            <a:endParaRPr lang="en-US" sz="1800" dirty="0"/>
          </a:p>
        </p:txBody>
      </p:sp>
      <p:sp>
        <p:nvSpPr>
          <p:cNvPr id="23" name="Text 20"/>
          <p:cNvSpPr txBox="1"/>
          <p:nvPr/>
        </p:nvSpPr>
        <p:spPr>
          <a:xfrm>
            <a:off x="7604608" y="4800600"/>
            <a:ext cx="353552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6B786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서로에게 다정한 말을 아끼지 않겠습니다.</a:t>
            </a:r>
            <a:endParaRPr lang="en-US" sz="14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1" type="title" hasCustomPrompt="1"/>
          </p:nvPr>
        </p:nvSpPr>
        <p:spPr>
          <a:xfrm>
            <a:off x="1143000" y="457200"/>
            <a:ext cx="9601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33402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양가 부모님께</a:t>
            </a:r>
            <a:endParaRPr lang="en-US" sz="2800" dirty="0"/>
          </a:p>
        </p:txBody>
      </p:sp>
      <p:sp>
        <p:nvSpPr>
          <p:cNvPr id="4" name="Shape 1"/>
          <p:cNvSpPr/>
          <p:nvPr/>
        </p:nvSpPr>
        <p:spPr>
          <a:xfrm>
            <a:off x="2011680" y="1600200"/>
            <a:ext cx="8168335" cy="4434840"/>
          </a:xfrm>
          <a:prstGeom prst="roundRect">
            <a:avLst>
              <a:gd name="adj" fmla="val 3711"/>
            </a:avLst>
          </a:prstGeom>
          <a:solidFill>
            <a:srgbClr val="FFFFFF"/>
          </a:solidFill>
          <a:ln w="9525">
            <a:solidFill>
              <a:srgbClr val="E4E9DC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4000"/>
              </a:srgbClr>
            </a:outerShdw>
          </a:effectLst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894680" y="1920240"/>
            <a:ext cx="402336" cy="402336"/>
          </a:xfrm>
          <a:prstGeom prst="rect">
            <a:avLst/>
          </a:prstGeom>
        </p:spPr>
      </p:pic>
      <p:sp>
        <p:nvSpPr>
          <p:cNvPr id="6" name="Text 2"/>
          <p:cNvSpPr txBox="1"/>
          <p:nvPr/>
        </p:nvSpPr>
        <p:spPr>
          <a:xfrm>
            <a:off x="2743200" y="2560320"/>
            <a:ext cx="6705295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55000"/>
              </a:lnSpc>
              <a:buNone/>
            </a:pPr>
            <a:r>
              <a:rPr lang="en-US" sz="1500" dirty="0">
                <a:solidFill>
                  <a:srgbClr val="33402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오늘 이렇게 두 가족이 한자리에 모일 수 있어 정말 감사합니다.</a:t>
            </a:r>
            <a:endParaRPr lang="en-US" sz="1500" dirty="0"/>
          </a:p>
          <a:p>
            <a:pPr algn="ctr" indent="0" marL="0">
              <a:lnSpc>
                <a:spcPct val="155000"/>
              </a:lnSpc>
              <a:buNone/>
            </a:pPr>
            <a:r>
              <a:rPr lang="en-US" sz="1500" dirty="0">
                <a:solidFill>
                  <a:srgbClr val="33402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지금까지 저희를 사랑으로 키워 주신 마음 잊지 않고,</a:t>
            </a:r>
            <a:endParaRPr lang="en-US" sz="1500" dirty="0"/>
          </a:p>
          <a:p>
            <a:pPr algn="ctr" indent="0" marL="0">
              <a:lnSpc>
                <a:spcPct val="155000"/>
              </a:lnSpc>
              <a:buNone/>
            </a:pPr>
            <a:r>
              <a:rPr lang="en-US" sz="1500" dirty="0">
                <a:solidFill>
                  <a:srgbClr val="33402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서로 아끼고 존중하며 예쁘게 살겠습니다.</a:t>
            </a:r>
            <a:endParaRPr lang="en-US" sz="1500" dirty="0"/>
          </a:p>
          <a:p>
            <a:pPr algn="ctr" indent="0" marL="0">
              <a:lnSpc>
                <a:spcPct val="155000"/>
              </a:lnSpc>
              <a:buNone/>
            </a:pPr>
            <a:r>
              <a:rPr lang="en-US" sz="1500" dirty="0">
                <a:solidFill>
                  <a:srgbClr val="33402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부족한 점이 있더라도 너그러이 지켜봐 주세요.</a:t>
            </a:r>
            <a:endParaRPr lang="en-US" sz="1500" dirty="0"/>
          </a:p>
          <a:p>
            <a:pPr algn="ctr" indent="0" marL="0">
              <a:lnSpc>
                <a:spcPct val="155000"/>
              </a:lnSpc>
              <a:buNone/>
            </a:pPr>
            <a:r>
              <a:rPr lang="en-US" sz="1500" dirty="0">
                <a:solidFill>
                  <a:srgbClr val="33402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늘 건강하세요. 사랑합니다.</a:t>
            </a:r>
            <a:endParaRPr lang="en-US" sz="1500" dirty="0"/>
          </a:p>
        </p:txBody>
      </p:sp>
      <p:sp>
        <p:nvSpPr>
          <p:cNvPr id="7" name="Text 3"/>
          <p:cNvSpPr txBox="1"/>
          <p:nvPr/>
        </p:nvSpPr>
        <p:spPr>
          <a:xfrm>
            <a:off x="2743200" y="5303520"/>
            <a:ext cx="670529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6E9A6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철수 · 은혜 올림</a:t>
            </a:r>
            <a:endParaRPr lang="en-US" sz="15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0"/>
          <p:cNvSpPr/>
          <p:nvPr/>
        </p:nvSpPr>
        <p:spPr>
          <a:xfrm>
            <a:off x="1828800" y="1554480"/>
            <a:ext cx="2011680" cy="1371600"/>
          </a:xfrm>
          <a:prstGeom prst="wedgeRoundRectCallout">
            <a:avLst>
              <a:gd name="adj" fmla="val 20000"/>
            </a:avLst>
          </a:prstGeom>
          <a:solidFill>
            <a:srgbClr val="E2ECD6"/>
          </a:solidFill>
          <a:ln w="12700">
            <a:solidFill>
              <a:srgbClr val="E2ECD6"/>
            </a:solidFill>
            <a:prstDash val="solid"/>
          </a:ln>
        </p:spPr>
      </p:sp>
      <p:sp>
        <p:nvSpPr>
          <p:cNvPr id="4" name="Text 1"/>
          <p:cNvSpPr txBox="1"/>
          <p:nvPr/>
        </p:nvSpPr>
        <p:spPr>
          <a:xfrm>
            <a:off x="1828800" y="1600200"/>
            <a:ext cx="20116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400" b="1" dirty="0">
                <a:solidFill>
                  <a:srgbClr val="6E9A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?</a:t>
            </a:r>
            <a:endParaRPr lang="en-US" sz="5400" dirty="0"/>
          </a:p>
        </p:txBody>
      </p:sp>
      <p:sp>
        <p:nvSpPr>
          <p:cNvPr id="5" name="Shape 2"/>
          <p:cNvSpPr/>
          <p:nvPr/>
        </p:nvSpPr>
        <p:spPr>
          <a:xfrm flipH="1">
            <a:off x="8412480" y="3749040"/>
            <a:ext cx="1828800" cy="1234440"/>
          </a:xfrm>
          <a:prstGeom prst="wedgeRoundRectCallout">
            <a:avLst>
              <a:gd name="adj" fmla="val 22222"/>
            </a:avLst>
          </a:prstGeom>
          <a:solidFill>
            <a:srgbClr val="E2ECD6"/>
          </a:solidFill>
          <a:ln w="12700">
            <a:solidFill>
              <a:srgbClr val="E2ECD6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8412480" y="3794760"/>
            <a:ext cx="18288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F2A6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!</a:t>
            </a:r>
            <a:endParaRPr lang="en-US" sz="4800" dirty="0"/>
          </a:p>
        </p:txBody>
      </p:sp>
      <p:sp>
        <p:nvSpPr>
          <p:cNvPr id="7" name="Text 4"/>
          <p:cNvSpPr txBox="1"/>
          <p:nvPr/>
        </p:nvSpPr>
        <p:spPr>
          <a:xfrm>
            <a:off x="731520" y="2331720"/>
            <a:ext cx="10728655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7200" b="1" dirty="0">
                <a:solidFill>
                  <a:srgbClr val="3340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 &amp; A</a:t>
            </a:r>
            <a:endParaRPr lang="en-US" sz="7200" dirty="0"/>
          </a:p>
        </p:txBody>
      </p:sp>
      <p:sp>
        <p:nvSpPr>
          <p:cNvPr id="8" name="Text 5"/>
          <p:cNvSpPr txBox="1"/>
          <p:nvPr/>
        </p:nvSpPr>
        <p:spPr>
          <a:xfrm>
            <a:off x="731520" y="3703320"/>
            <a:ext cx="1072865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000" dirty="0">
                <a:solidFill>
                  <a:srgbClr val="6B786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궁금한 점을 편하게 물어봐 주세요</a:t>
            </a:r>
            <a:endParaRPr lang="en-US" sz="20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821528" y="1737360"/>
            <a:ext cx="548640" cy="548640"/>
          </a:xfrm>
          <a:prstGeom prst="rect">
            <a:avLst/>
          </a:prstGeom>
        </p:spPr>
      </p:pic>
      <p:sp>
        <p:nvSpPr>
          <p:cNvPr id="4" name="Text 0"/>
          <p:cNvSpPr txBox="1"/>
          <p:nvPr/>
        </p:nvSpPr>
        <p:spPr>
          <a:xfrm>
            <a:off x="731520" y="2514600"/>
            <a:ext cx="10728655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33402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감사합니다</a:t>
            </a:r>
            <a:endParaRPr lang="en-US" sz="4800" dirty="0"/>
          </a:p>
        </p:txBody>
      </p:sp>
      <p:sp>
        <p:nvSpPr>
          <p:cNvPr id="5" name="Text 1"/>
          <p:cNvSpPr txBox="1"/>
          <p:nvPr/>
        </p:nvSpPr>
        <p:spPr>
          <a:xfrm>
            <a:off x="731520" y="3657600"/>
            <a:ext cx="1072865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35000"/>
              </a:lnSpc>
              <a:buNone/>
            </a:pPr>
            <a:r>
              <a:rPr lang="en-US" sz="1800" dirty="0">
                <a:solidFill>
                  <a:srgbClr val="6B786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오늘 함께해 주셔서 진심으로 감사합니다.</a:t>
            </a:r>
            <a:endParaRPr lang="en-US" sz="1800" dirty="0"/>
          </a:p>
          <a:p>
            <a:pPr algn="ctr" indent="0" marL="0">
              <a:lnSpc>
                <a:spcPct val="135000"/>
              </a:lnSpc>
              <a:buNone/>
            </a:pPr>
            <a:r>
              <a:rPr lang="en-US" sz="1800" dirty="0">
                <a:solidFill>
                  <a:srgbClr val="6B786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앞으로 잘 부탁드립니다.</a:t>
            </a:r>
            <a:endParaRPr lang="en-US" sz="1800" dirty="0"/>
          </a:p>
        </p:txBody>
      </p:sp>
      <p:sp>
        <p:nvSpPr>
          <p:cNvPr id="6" name="Text 2"/>
          <p:cNvSpPr txBox="1"/>
          <p:nvPr/>
        </p:nvSpPr>
        <p:spPr>
          <a:xfrm>
            <a:off x="731520" y="4800600"/>
            <a:ext cx="1072865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6E9A6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철수  ·  은혜</a:t>
            </a:r>
            <a:endParaRPr lang="en-US" sz="1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Malgun Gothic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Malgun Gothic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17</Slides>
  <Notes>17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상견례 가족 소개 - 봄 소풍</dc:title>
  <dc:subject>PptxGenJS Presentation</dc:subject>
  <dc:creator>COSTCHECK</dc:creator>
  <cp:lastModifiedBy>COSTCHECK</cp:lastModifiedBy>
  <cp:revision>1</cp:revision>
  <dcterms:created xsi:type="dcterms:W3CDTF">2026-10-12T14:15:02Z</dcterms:created>
  <dcterms:modified xsi:type="dcterms:W3CDTF">2026-10-12T14:15:02Z</dcterms:modified>
</cp:coreProperties>
</file>